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875" r:id="rId5"/>
    <p:sldId id="876" r:id="rId6"/>
    <p:sldId id="878" r:id="rId7"/>
    <p:sldId id="879" r:id="rId8"/>
    <p:sldId id="880" r:id="rId9"/>
    <p:sldId id="877" r:id="rId10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8FCE"/>
    <a:srgbClr val="FFFFFF"/>
    <a:srgbClr val="004B99"/>
    <a:srgbClr val="7F7F7F"/>
    <a:srgbClr val="F68F1C"/>
    <a:srgbClr val="91B4DE"/>
    <a:srgbClr val="F15E22"/>
    <a:srgbClr val="00377C"/>
    <a:srgbClr val="595959"/>
    <a:srgbClr val="EA4C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6318" autoAdjust="0"/>
  </p:normalViewPr>
  <p:slideViewPr>
    <p:cSldViewPr snapToGrid="0">
      <p:cViewPr varScale="1">
        <p:scale>
          <a:sx n="76" d="100"/>
          <a:sy n="76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98B0A7-4658-47CB-B970-8721CA6060BC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248B9810-1311-4465-A951-ED2D88615B2F}">
      <dgm:prSet phldrT="[文字]" custT="1"/>
      <dgm:spPr/>
      <dgm:t>
        <a:bodyPr/>
        <a:lstStyle/>
        <a:p>
          <a:r>
            <a:rPr lang="zh-TW" altLang="en-US" sz="2000" b="1" i="0" baseline="0" dirty="0">
              <a:ea typeface="微軟正黑體" panose="020B0604030504040204" pitchFamily="34" charset="-120"/>
            </a:rPr>
            <a:t>產報告</a:t>
          </a:r>
        </a:p>
      </dgm:t>
    </dgm:pt>
    <dgm:pt modelId="{A3D66440-A84E-409D-B46D-60A1FA41122F}" type="parTrans" cxnId="{AFC70498-B054-4FBA-BB3E-28CAE1DC2589}">
      <dgm:prSet/>
      <dgm:spPr/>
      <dgm:t>
        <a:bodyPr/>
        <a:lstStyle/>
        <a:p>
          <a:endParaRPr lang="zh-TW" altLang="en-US"/>
        </a:p>
      </dgm:t>
    </dgm:pt>
    <dgm:pt modelId="{CA8F5845-F0C7-4BEE-B8E8-1B1A6E0BEA7C}" type="sibTrans" cxnId="{AFC70498-B054-4FBA-BB3E-28CAE1DC2589}">
      <dgm:prSet/>
      <dgm:spPr/>
      <dgm:t>
        <a:bodyPr/>
        <a:lstStyle/>
        <a:p>
          <a:endParaRPr lang="zh-TW" altLang="en-US"/>
        </a:p>
      </dgm:t>
    </dgm:pt>
    <dgm:pt modelId="{E72DF2D9-478B-43EB-92FB-9C4352E1B08A}">
      <dgm:prSet phldrT="[文字]" custT="1"/>
      <dgm:spPr/>
      <dgm:t>
        <a:bodyPr/>
        <a:lstStyle/>
        <a:p>
          <a:r>
            <a:rPr lang="zh-TW" altLang="en-US" sz="2000" b="1" i="0" baseline="0" dirty="0">
              <a:ea typeface="微軟正黑體" panose="020B0604030504040204" pitchFamily="34" charset="-120"/>
            </a:rPr>
            <a:t>晨會進行</a:t>
          </a:r>
        </a:p>
      </dgm:t>
    </dgm:pt>
    <dgm:pt modelId="{8BA0EBCF-6AC0-4942-929C-ECBBCCAAC136}" type="parTrans" cxnId="{3D19913E-5E8B-43DF-ABDA-24774206B66C}">
      <dgm:prSet/>
      <dgm:spPr/>
      <dgm:t>
        <a:bodyPr/>
        <a:lstStyle/>
        <a:p>
          <a:endParaRPr lang="zh-TW" altLang="en-US"/>
        </a:p>
      </dgm:t>
    </dgm:pt>
    <dgm:pt modelId="{819104AD-E1DF-48A1-AEC0-A1FD5070AC4E}" type="sibTrans" cxnId="{3D19913E-5E8B-43DF-ABDA-24774206B66C}">
      <dgm:prSet/>
      <dgm:spPr/>
      <dgm:t>
        <a:bodyPr/>
        <a:lstStyle/>
        <a:p>
          <a:endParaRPr lang="zh-TW" altLang="en-US"/>
        </a:p>
      </dgm:t>
    </dgm:pt>
    <dgm:pt modelId="{37B3E846-462F-472D-B14A-1F950C395286}">
      <dgm:prSet phldrT="[文字]" custT="1"/>
      <dgm:spPr/>
      <dgm:t>
        <a:bodyPr/>
        <a:lstStyle/>
        <a:p>
          <a:r>
            <a:rPr lang="zh-TW" altLang="en-US" sz="2000" b="1" i="0" baseline="0" dirty="0">
              <a:ea typeface="微軟正黑體" panose="020B0604030504040204" pitchFamily="34" charset="-120"/>
            </a:rPr>
            <a:t>上傳檢討報告</a:t>
          </a:r>
        </a:p>
      </dgm:t>
    </dgm:pt>
    <dgm:pt modelId="{7DF6D503-326F-4D77-B48E-2D0F119E3910}" type="parTrans" cxnId="{2983D3AF-BF30-477B-9FC9-314E5C5C48EA}">
      <dgm:prSet/>
      <dgm:spPr/>
      <dgm:t>
        <a:bodyPr/>
        <a:lstStyle/>
        <a:p>
          <a:endParaRPr lang="zh-TW" altLang="en-US"/>
        </a:p>
      </dgm:t>
    </dgm:pt>
    <dgm:pt modelId="{22AAA8B1-28D1-4674-A624-F065782F675A}" type="sibTrans" cxnId="{2983D3AF-BF30-477B-9FC9-314E5C5C48EA}">
      <dgm:prSet/>
      <dgm:spPr/>
      <dgm:t>
        <a:bodyPr/>
        <a:lstStyle/>
        <a:p>
          <a:endParaRPr lang="zh-TW" altLang="en-US"/>
        </a:p>
      </dgm:t>
    </dgm:pt>
    <dgm:pt modelId="{2F6E8809-5147-479A-AC93-712FAB0E6B5D}">
      <dgm:prSet phldrT="[文字]" custT="1"/>
      <dgm:spPr/>
      <dgm:t>
        <a:bodyPr/>
        <a:lstStyle/>
        <a:p>
          <a:r>
            <a:rPr lang="zh-TW" altLang="en-US" sz="2000" b="1" i="0" baseline="0" dirty="0">
              <a:ea typeface="微軟正黑體" panose="020B0604030504040204" pitchFamily="34" charset="-120"/>
            </a:rPr>
            <a:t>更新</a:t>
          </a:r>
          <a:endParaRPr lang="en-US" altLang="zh-TW" sz="2000" b="1" i="0" baseline="0" dirty="0">
            <a:ea typeface="微軟正黑體" panose="020B0604030504040204" pitchFamily="34" charset="-120"/>
          </a:endParaRPr>
        </a:p>
        <a:p>
          <a:r>
            <a:rPr lang="zh-TW" altLang="en-US" sz="2000" b="1" i="0" baseline="0" dirty="0">
              <a:ea typeface="微軟正黑體" panose="020B0604030504040204" pitchFamily="34" charset="-120"/>
            </a:rPr>
            <a:t>知識庫</a:t>
          </a:r>
        </a:p>
      </dgm:t>
    </dgm:pt>
    <dgm:pt modelId="{1D8A4F4D-C10F-4396-90A6-88BC432301F2}" type="parTrans" cxnId="{0C41AED5-230A-4636-A084-BFD6C951D1BB}">
      <dgm:prSet/>
      <dgm:spPr/>
      <dgm:t>
        <a:bodyPr/>
        <a:lstStyle/>
        <a:p>
          <a:endParaRPr lang="zh-TW" altLang="en-US"/>
        </a:p>
      </dgm:t>
    </dgm:pt>
    <dgm:pt modelId="{9A2BE136-6D83-465A-8324-7358998B67FE}" type="sibTrans" cxnId="{0C41AED5-230A-4636-A084-BFD6C951D1BB}">
      <dgm:prSet/>
      <dgm:spPr/>
      <dgm:t>
        <a:bodyPr/>
        <a:lstStyle/>
        <a:p>
          <a:endParaRPr lang="zh-TW" altLang="en-US"/>
        </a:p>
      </dgm:t>
    </dgm:pt>
    <dgm:pt modelId="{F12EB866-62F7-45D5-9BB0-53202EE3E4DA}">
      <dgm:prSet phldrT="[文字]" custT="1"/>
      <dgm:spPr/>
      <dgm:t>
        <a:bodyPr/>
        <a:lstStyle/>
        <a:p>
          <a:r>
            <a:rPr lang="zh-TW" altLang="en-US" sz="2000" b="1" i="0" baseline="0" dirty="0">
              <a:ea typeface="微軟正黑體" panose="020B0604030504040204" pitchFamily="34" charset="-120"/>
            </a:rPr>
            <a:t>新數據</a:t>
          </a:r>
        </a:p>
      </dgm:t>
    </dgm:pt>
    <dgm:pt modelId="{9A0E7DC9-B4B8-491D-BC04-32F4E58F540E}" type="parTrans" cxnId="{BA119A53-B715-47DF-9ABE-D79C3C444E7F}">
      <dgm:prSet/>
      <dgm:spPr/>
      <dgm:t>
        <a:bodyPr/>
        <a:lstStyle/>
        <a:p>
          <a:endParaRPr lang="zh-TW" altLang="en-US"/>
        </a:p>
      </dgm:t>
    </dgm:pt>
    <dgm:pt modelId="{AFFEF743-FB4C-4EAC-BBCC-E35DA5B1AD41}" type="sibTrans" cxnId="{BA119A53-B715-47DF-9ABE-D79C3C444E7F}">
      <dgm:prSet/>
      <dgm:spPr/>
      <dgm:t>
        <a:bodyPr/>
        <a:lstStyle/>
        <a:p>
          <a:endParaRPr lang="zh-TW" altLang="en-US"/>
        </a:p>
      </dgm:t>
    </dgm:pt>
    <dgm:pt modelId="{5AAF56D8-E624-49B5-B951-29686B0193C7}" type="pres">
      <dgm:prSet presAssocID="{D598B0A7-4658-47CB-B970-8721CA6060BC}" presName="cycle" presStyleCnt="0">
        <dgm:presLayoutVars>
          <dgm:dir/>
          <dgm:resizeHandles val="exact"/>
        </dgm:presLayoutVars>
      </dgm:prSet>
      <dgm:spPr/>
    </dgm:pt>
    <dgm:pt modelId="{DBD9C38B-D753-4754-AF8F-69F71BC52408}" type="pres">
      <dgm:prSet presAssocID="{248B9810-1311-4465-A951-ED2D88615B2F}" presName="dummy" presStyleCnt="0"/>
      <dgm:spPr/>
    </dgm:pt>
    <dgm:pt modelId="{F170706A-1A94-43EA-9E12-F873AB9D6A40}" type="pres">
      <dgm:prSet presAssocID="{248B9810-1311-4465-A951-ED2D88615B2F}" presName="node" presStyleLbl="revTx" presStyleIdx="0" presStyleCnt="5" custScaleX="116025" custRadScaleRad="99329" custRadScaleInc="3147">
        <dgm:presLayoutVars>
          <dgm:bulletEnabled val="1"/>
        </dgm:presLayoutVars>
      </dgm:prSet>
      <dgm:spPr/>
    </dgm:pt>
    <dgm:pt modelId="{DDEDB999-F82C-4063-933E-53E0AECBB975}" type="pres">
      <dgm:prSet presAssocID="{CA8F5845-F0C7-4BEE-B8E8-1B1A6E0BEA7C}" presName="sibTrans" presStyleLbl="node1" presStyleIdx="0" presStyleCnt="5"/>
      <dgm:spPr/>
    </dgm:pt>
    <dgm:pt modelId="{0B9FB886-D113-4739-89CF-E7F6DBA6BB4B}" type="pres">
      <dgm:prSet presAssocID="{E72DF2D9-478B-43EB-92FB-9C4352E1B08A}" presName="dummy" presStyleCnt="0"/>
      <dgm:spPr/>
    </dgm:pt>
    <dgm:pt modelId="{DE985145-466A-4FED-8196-6DF5B81CB154}" type="pres">
      <dgm:prSet presAssocID="{E72DF2D9-478B-43EB-92FB-9C4352E1B08A}" presName="node" presStyleLbl="revTx" presStyleIdx="1" presStyleCnt="5" custScaleX="146200">
        <dgm:presLayoutVars>
          <dgm:bulletEnabled val="1"/>
        </dgm:presLayoutVars>
      </dgm:prSet>
      <dgm:spPr/>
    </dgm:pt>
    <dgm:pt modelId="{5BB152AA-88DF-4E45-AC19-F040E9C2562C}" type="pres">
      <dgm:prSet presAssocID="{819104AD-E1DF-48A1-AEC0-A1FD5070AC4E}" presName="sibTrans" presStyleLbl="node1" presStyleIdx="1" presStyleCnt="5" custScaleX="111818"/>
      <dgm:spPr/>
    </dgm:pt>
    <dgm:pt modelId="{0EE229C7-0015-4F7A-8A48-411BA091A83B}" type="pres">
      <dgm:prSet presAssocID="{37B3E846-462F-472D-B14A-1F950C395286}" presName="dummy" presStyleCnt="0"/>
      <dgm:spPr/>
    </dgm:pt>
    <dgm:pt modelId="{E4D0C702-1364-4B54-BF89-EFB191BD11F8}" type="pres">
      <dgm:prSet presAssocID="{37B3E846-462F-472D-B14A-1F950C395286}" presName="node" presStyleLbl="revTx" presStyleIdx="2" presStyleCnt="5" custScaleX="185529">
        <dgm:presLayoutVars>
          <dgm:bulletEnabled val="1"/>
        </dgm:presLayoutVars>
      </dgm:prSet>
      <dgm:spPr/>
    </dgm:pt>
    <dgm:pt modelId="{D767BEE1-2E9A-4395-A3FC-B9876B982655}" type="pres">
      <dgm:prSet presAssocID="{22AAA8B1-28D1-4674-A624-F065782F675A}" presName="sibTrans" presStyleLbl="node1" presStyleIdx="2" presStyleCnt="5"/>
      <dgm:spPr/>
    </dgm:pt>
    <dgm:pt modelId="{7A55D028-1074-4BA7-BA39-9CBE174870BA}" type="pres">
      <dgm:prSet presAssocID="{2F6E8809-5147-479A-AC93-712FAB0E6B5D}" presName="dummy" presStyleCnt="0"/>
      <dgm:spPr/>
    </dgm:pt>
    <dgm:pt modelId="{03B2581F-5ABA-43EC-91FC-843EEDE1C435}" type="pres">
      <dgm:prSet presAssocID="{2F6E8809-5147-479A-AC93-712FAB0E6B5D}" presName="node" presStyleLbl="revTx" presStyleIdx="3" presStyleCnt="5" custScaleX="254010" custRadScaleRad="104840" custRadScaleInc="5143">
        <dgm:presLayoutVars>
          <dgm:bulletEnabled val="1"/>
        </dgm:presLayoutVars>
      </dgm:prSet>
      <dgm:spPr/>
    </dgm:pt>
    <dgm:pt modelId="{B1E66DB0-A862-4223-BB15-06931889C2BB}" type="pres">
      <dgm:prSet presAssocID="{9A2BE136-6D83-465A-8324-7358998B67FE}" presName="sibTrans" presStyleLbl="node1" presStyleIdx="3" presStyleCnt="5"/>
      <dgm:spPr/>
    </dgm:pt>
    <dgm:pt modelId="{F4F129EA-F796-40AA-9B58-030C2B89A575}" type="pres">
      <dgm:prSet presAssocID="{F12EB866-62F7-45D5-9BB0-53202EE3E4DA}" presName="dummy" presStyleCnt="0"/>
      <dgm:spPr/>
    </dgm:pt>
    <dgm:pt modelId="{C901D242-010B-4CD4-B8DA-C2CA939ACF8A}" type="pres">
      <dgm:prSet presAssocID="{F12EB866-62F7-45D5-9BB0-53202EE3E4DA}" presName="node" presStyleLbl="revTx" presStyleIdx="4" presStyleCnt="5" custScaleX="131447" custScaleY="78409" custRadScaleRad="105742" custRadScaleInc="-46244">
        <dgm:presLayoutVars>
          <dgm:bulletEnabled val="1"/>
        </dgm:presLayoutVars>
      </dgm:prSet>
      <dgm:spPr/>
    </dgm:pt>
    <dgm:pt modelId="{449A035C-3EB7-47E7-9595-999935595E66}" type="pres">
      <dgm:prSet presAssocID="{AFFEF743-FB4C-4EAC-BBCC-E35DA5B1AD41}" presName="sibTrans" presStyleLbl="node1" presStyleIdx="4" presStyleCnt="5" custLinFactNeighborX="104" custLinFactNeighborY="785"/>
      <dgm:spPr/>
    </dgm:pt>
  </dgm:ptLst>
  <dgm:cxnLst>
    <dgm:cxn modelId="{97FBA70D-0F03-442F-976E-2726991A4268}" type="presOf" srcId="{819104AD-E1DF-48A1-AEC0-A1FD5070AC4E}" destId="{5BB152AA-88DF-4E45-AC19-F040E9C2562C}" srcOrd="0" destOrd="0" presId="urn:microsoft.com/office/officeart/2005/8/layout/cycle1"/>
    <dgm:cxn modelId="{4AE83D12-ED1B-4374-9F71-0044CEDD6D7E}" type="presOf" srcId="{248B9810-1311-4465-A951-ED2D88615B2F}" destId="{F170706A-1A94-43EA-9E12-F873AB9D6A40}" srcOrd="0" destOrd="0" presId="urn:microsoft.com/office/officeart/2005/8/layout/cycle1"/>
    <dgm:cxn modelId="{B7571817-A95B-461C-BE69-7A2AB3A58EC8}" type="presOf" srcId="{2F6E8809-5147-479A-AC93-712FAB0E6B5D}" destId="{03B2581F-5ABA-43EC-91FC-843EEDE1C435}" srcOrd="0" destOrd="0" presId="urn:microsoft.com/office/officeart/2005/8/layout/cycle1"/>
    <dgm:cxn modelId="{3D19913E-5E8B-43DF-ABDA-24774206B66C}" srcId="{D598B0A7-4658-47CB-B970-8721CA6060BC}" destId="{E72DF2D9-478B-43EB-92FB-9C4352E1B08A}" srcOrd="1" destOrd="0" parTransId="{8BA0EBCF-6AC0-4942-929C-ECBBCCAAC136}" sibTransId="{819104AD-E1DF-48A1-AEC0-A1FD5070AC4E}"/>
    <dgm:cxn modelId="{DA77605B-D084-4613-BAFA-F21C8292D02E}" type="presOf" srcId="{F12EB866-62F7-45D5-9BB0-53202EE3E4DA}" destId="{C901D242-010B-4CD4-B8DA-C2CA939ACF8A}" srcOrd="0" destOrd="0" presId="urn:microsoft.com/office/officeart/2005/8/layout/cycle1"/>
    <dgm:cxn modelId="{8C44914D-AB18-4A23-9AA7-31EF5363CC64}" type="presOf" srcId="{E72DF2D9-478B-43EB-92FB-9C4352E1B08A}" destId="{DE985145-466A-4FED-8196-6DF5B81CB154}" srcOrd="0" destOrd="0" presId="urn:microsoft.com/office/officeart/2005/8/layout/cycle1"/>
    <dgm:cxn modelId="{BA119A53-B715-47DF-9ABE-D79C3C444E7F}" srcId="{D598B0A7-4658-47CB-B970-8721CA6060BC}" destId="{F12EB866-62F7-45D5-9BB0-53202EE3E4DA}" srcOrd="4" destOrd="0" parTransId="{9A0E7DC9-B4B8-491D-BC04-32F4E58F540E}" sibTransId="{AFFEF743-FB4C-4EAC-BBCC-E35DA5B1AD41}"/>
    <dgm:cxn modelId="{2996F377-7955-48C6-BB41-5A5FCD619CAD}" type="presOf" srcId="{22AAA8B1-28D1-4674-A624-F065782F675A}" destId="{D767BEE1-2E9A-4395-A3FC-B9876B982655}" srcOrd="0" destOrd="0" presId="urn:microsoft.com/office/officeart/2005/8/layout/cycle1"/>
    <dgm:cxn modelId="{8665AF97-1FCA-44F5-9781-17E7023BDCA2}" type="presOf" srcId="{37B3E846-462F-472D-B14A-1F950C395286}" destId="{E4D0C702-1364-4B54-BF89-EFB191BD11F8}" srcOrd="0" destOrd="0" presId="urn:microsoft.com/office/officeart/2005/8/layout/cycle1"/>
    <dgm:cxn modelId="{AFC70498-B054-4FBA-BB3E-28CAE1DC2589}" srcId="{D598B0A7-4658-47CB-B970-8721CA6060BC}" destId="{248B9810-1311-4465-A951-ED2D88615B2F}" srcOrd="0" destOrd="0" parTransId="{A3D66440-A84E-409D-B46D-60A1FA41122F}" sibTransId="{CA8F5845-F0C7-4BEE-B8E8-1B1A6E0BEA7C}"/>
    <dgm:cxn modelId="{2983D3AF-BF30-477B-9FC9-314E5C5C48EA}" srcId="{D598B0A7-4658-47CB-B970-8721CA6060BC}" destId="{37B3E846-462F-472D-B14A-1F950C395286}" srcOrd="2" destOrd="0" parTransId="{7DF6D503-326F-4D77-B48E-2D0F119E3910}" sibTransId="{22AAA8B1-28D1-4674-A624-F065782F675A}"/>
    <dgm:cxn modelId="{DEEC28CC-9730-4A9C-BB0B-B10891532AFB}" type="presOf" srcId="{D598B0A7-4658-47CB-B970-8721CA6060BC}" destId="{5AAF56D8-E624-49B5-B951-29686B0193C7}" srcOrd="0" destOrd="0" presId="urn:microsoft.com/office/officeart/2005/8/layout/cycle1"/>
    <dgm:cxn modelId="{0C41AED5-230A-4636-A084-BFD6C951D1BB}" srcId="{D598B0A7-4658-47CB-B970-8721CA6060BC}" destId="{2F6E8809-5147-479A-AC93-712FAB0E6B5D}" srcOrd="3" destOrd="0" parTransId="{1D8A4F4D-C10F-4396-90A6-88BC432301F2}" sibTransId="{9A2BE136-6D83-465A-8324-7358998B67FE}"/>
    <dgm:cxn modelId="{A22003F9-06D7-4453-9D75-51B4B103A58C}" type="presOf" srcId="{9A2BE136-6D83-465A-8324-7358998B67FE}" destId="{B1E66DB0-A862-4223-BB15-06931889C2BB}" srcOrd="0" destOrd="0" presId="urn:microsoft.com/office/officeart/2005/8/layout/cycle1"/>
    <dgm:cxn modelId="{612D6EF9-2BC5-4AC7-B3E2-5725A885B837}" type="presOf" srcId="{CA8F5845-F0C7-4BEE-B8E8-1B1A6E0BEA7C}" destId="{DDEDB999-F82C-4063-933E-53E0AECBB975}" srcOrd="0" destOrd="0" presId="urn:microsoft.com/office/officeart/2005/8/layout/cycle1"/>
    <dgm:cxn modelId="{B9E3CAFC-61D5-4A21-9229-6B27CCBF9F82}" type="presOf" srcId="{AFFEF743-FB4C-4EAC-BBCC-E35DA5B1AD41}" destId="{449A035C-3EB7-47E7-9595-999935595E66}" srcOrd="0" destOrd="0" presId="urn:microsoft.com/office/officeart/2005/8/layout/cycle1"/>
    <dgm:cxn modelId="{32630E68-2CC8-4D9F-9577-83683F7A67F9}" type="presParOf" srcId="{5AAF56D8-E624-49B5-B951-29686B0193C7}" destId="{DBD9C38B-D753-4754-AF8F-69F71BC52408}" srcOrd="0" destOrd="0" presId="urn:microsoft.com/office/officeart/2005/8/layout/cycle1"/>
    <dgm:cxn modelId="{FAA258AE-A52E-412D-AE09-678061A00978}" type="presParOf" srcId="{5AAF56D8-E624-49B5-B951-29686B0193C7}" destId="{F170706A-1A94-43EA-9E12-F873AB9D6A40}" srcOrd="1" destOrd="0" presId="urn:microsoft.com/office/officeart/2005/8/layout/cycle1"/>
    <dgm:cxn modelId="{A4C16403-0675-4122-8AD3-195AB7D02762}" type="presParOf" srcId="{5AAF56D8-E624-49B5-B951-29686B0193C7}" destId="{DDEDB999-F82C-4063-933E-53E0AECBB975}" srcOrd="2" destOrd="0" presId="urn:microsoft.com/office/officeart/2005/8/layout/cycle1"/>
    <dgm:cxn modelId="{B7B52065-B486-49F1-9500-B90A31C5ACA7}" type="presParOf" srcId="{5AAF56D8-E624-49B5-B951-29686B0193C7}" destId="{0B9FB886-D113-4739-89CF-E7F6DBA6BB4B}" srcOrd="3" destOrd="0" presId="urn:microsoft.com/office/officeart/2005/8/layout/cycle1"/>
    <dgm:cxn modelId="{BC46E2E0-60D3-4C43-921E-A7D548B4B7E6}" type="presParOf" srcId="{5AAF56D8-E624-49B5-B951-29686B0193C7}" destId="{DE985145-466A-4FED-8196-6DF5B81CB154}" srcOrd="4" destOrd="0" presId="urn:microsoft.com/office/officeart/2005/8/layout/cycle1"/>
    <dgm:cxn modelId="{319E2C18-CB32-4B67-8CE0-D3325370BFE8}" type="presParOf" srcId="{5AAF56D8-E624-49B5-B951-29686B0193C7}" destId="{5BB152AA-88DF-4E45-AC19-F040E9C2562C}" srcOrd="5" destOrd="0" presId="urn:microsoft.com/office/officeart/2005/8/layout/cycle1"/>
    <dgm:cxn modelId="{0ABE5B6E-E81A-4533-AAEF-ED63461B3016}" type="presParOf" srcId="{5AAF56D8-E624-49B5-B951-29686B0193C7}" destId="{0EE229C7-0015-4F7A-8A48-411BA091A83B}" srcOrd="6" destOrd="0" presId="urn:microsoft.com/office/officeart/2005/8/layout/cycle1"/>
    <dgm:cxn modelId="{FB23E93C-ADE3-4927-95DB-6CF012F162A2}" type="presParOf" srcId="{5AAF56D8-E624-49B5-B951-29686B0193C7}" destId="{E4D0C702-1364-4B54-BF89-EFB191BD11F8}" srcOrd="7" destOrd="0" presId="urn:microsoft.com/office/officeart/2005/8/layout/cycle1"/>
    <dgm:cxn modelId="{287D5366-4EA9-4647-BEAE-F3B867E1642E}" type="presParOf" srcId="{5AAF56D8-E624-49B5-B951-29686B0193C7}" destId="{D767BEE1-2E9A-4395-A3FC-B9876B982655}" srcOrd="8" destOrd="0" presId="urn:microsoft.com/office/officeart/2005/8/layout/cycle1"/>
    <dgm:cxn modelId="{267CB4F5-25BB-44C5-BE13-078148213F63}" type="presParOf" srcId="{5AAF56D8-E624-49B5-B951-29686B0193C7}" destId="{7A55D028-1074-4BA7-BA39-9CBE174870BA}" srcOrd="9" destOrd="0" presId="urn:microsoft.com/office/officeart/2005/8/layout/cycle1"/>
    <dgm:cxn modelId="{7523A14E-18E3-4C18-90CE-6836CE9F48AE}" type="presParOf" srcId="{5AAF56D8-E624-49B5-B951-29686B0193C7}" destId="{03B2581F-5ABA-43EC-91FC-843EEDE1C435}" srcOrd="10" destOrd="0" presId="urn:microsoft.com/office/officeart/2005/8/layout/cycle1"/>
    <dgm:cxn modelId="{80E90C08-A8C7-44D3-B3B0-272713DE5382}" type="presParOf" srcId="{5AAF56D8-E624-49B5-B951-29686B0193C7}" destId="{B1E66DB0-A862-4223-BB15-06931889C2BB}" srcOrd="11" destOrd="0" presId="urn:microsoft.com/office/officeart/2005/8/layout/cycle1"/>
    <dgm:cxn modelId="{035A7DC2-C333-424A-8027-03704DED20A3}" type="presParOf" srcId="{5AAF56D8-E624-49B5-B951-29686B0193C7}" destId="{F4F129EA-F796-40AA-9B58-030C2B89A575}" srcOrd="12" destOrd="0" presId="urn:microsoft.com/office/officeart/2005/8/layout/cycle1"/>
    <dgm:cxn modelId="{BC5249A4-2854-4E1D-8780-3CFBCBB27C1E}" type="presParOf" srcId="{5AAF56D8-E624-49B5-B951-29686B0193C7}" destId="{C901D242-010B-4CD4-B8DA-C2CA939ACF8A}" srcOrd="13" destOrd="0" presId="urn:microsoft.com/office/officeart/2005/8/layout/cycle1"/>
    <dgm:cxn modelId="{27FF592C-F9DF-45B3-94E1-4B7CF0513FD3}" type="presParOf" srcId="{5AAF56D8-E624-49B5-B951-29686B0193C7}" destId="{449A035C-3EB7-47E7-9595-999935595E6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0706A-1A94-43EA-9E12-F873AB9D6A40}">
      <dsp:nvSpPr>
        <dsp:cNvPr id="0" name=""/>
        <dsp:cNvSpPr/>
      </dsp:nvSpPr>
      <dsp:spPr>
        <a:xfrm>
          <a:off x="3676878" y="48252"/>
          <a:ext cx="1097094" cy="945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i="0" kern="1200" baseline="0" dirty="0">
              <a:ea typeface="微軟正黑體" panose="020B0604030504040204" pitchFamily="34" charset="-120"/>
            </a:rPr>
            <a:t>產報告</a:t>
          </a:r>
        </a:p>
      </dsp:txBody>
      <dsp:txXfrm>
        <a:off x="3676878" y="48252"/>
        <a:ext cx="1097094" cy="945567"/>
      </dsp:txXfrm>
    </dsp:sp>
    <dsp:sp modelId="{DDEDB999-F82C-4063-933E-53E0AECBB975}">
      <dsp:nvSpPr>
        <dsp:cNvPr id="0" name=""/>
        <dsp:cNvSpPr/>
      </dsp:nvSpPr>
      <dsp:spPr>
        <a:xfrm>
          <a:off x="1516847" y="20901"/>
          <a:ext cx="3546533" cy="3546533"/>
        </a:xfrm>
        <a:prstGeom prst="circularArrow">
          <a:avLst>
            <a:gd name="adj1" fmla="val 5199"/>
            <a:gd name="adj2" fmla="val 335831"/>
            <a:gd name="adj3" fmla="val 21247928"/>
            <a:gd name="adj4" fmla="val 19765613"/>
            <a:gd name="adj5" fmla="val 606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85145-466A-4FED-8196-6DF5B81CB154}">
      <dsp:nvSpPr>
        <dsp:cNvPr id="0" name=""/>
        <dsp:cNvSpPr/>
      </dsp:nvSpPr>
      <dsp:spPr>
        <a:xfrm>
          <a:off x="4095446" y="1786734"/>
          <a:ext cx="1382419" cy="945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i="0" kern="1200" baseline="0" dirty="0">
              <a:ea typeface="微軟正黑體" panose="020B0604030504040204" pitchFamily="34" charset="-120"/>
            </a:rPr>
            <a:t>晨會進行</a:t>
          </a:r>
        </a:p>
      </dsp:txBody>
      <dsp:txXfrm>
        <a:off x="4095446" y="1786734"/>
        <a:ext cx="1382419" cy="945567"/>
      </dsp:txXfrm>
    </dsp:sp>
    <dsp:sp modelId="{5BB152AA-88DF-4E45-AC19-F040E9C2562C}">
      <dsp:nvSpPr>
        <dsp:cNvPr id="0" name=""/>
        <dsp:cNvSpPr/>
      </dsp:nvSpPr>
      <dsp:spPr>
        <a:xfrm>
          <a:off x="1307322" y="8"/>
          <a:ext cx="3965662" cy="3546533"/>
        </a:xfrm>
        <a:prstGeom prst="circularArrow">
          <a:avLst>
            <a:gd name="adj1" fmla="val 5199"/>
            <a:gd name="adj2" fmla="val 335831"/>
            <a:gd name="adj3" fmla="val 3031406"/>
            <a:gd name="adj4" fmla="val 2253116"/>
            <a:gd name="adj5" fmla="val 606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0C702-1364-4B54-BF89-EFB191BD11F8}">
      <dsp:nvSpPr>
        <dsp:cNvPr id="0" name=""/>
        <dsp:cNvSpPr/>
      </dsp:nvSpPr>
      <dsp:spPr>
        <a:xfrm>
          <a:off x="2413003" y="2874007"/>
          <a:ext cx="1754301" cy="945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i="0" kern="1200" baseline="0" dirty="0">
              <a:ea typeface="微軟正黑體" panose="020B0604030504040204" pitchFamily="34" charset="-120"/>
            </a:rPr>
            <a:t>上傳檢討報告</a:t>
          </a:r>
        </a:p>
      </dsp:txBody>
      <dsp:txXfrm>
        <a:off x="2413003" y="2874007"/>
        <a:ext cx="1754301" cy="945567"/>
      </dsp:txXfrm>
    </dsp:sp>
    <dsp:sp modelId="{D767BEE1-2E9A-4395-A3FC-B9876B982655}">
      <dsp:nvSpPr>
        <dsp:cNvPr id="0" name=""/>
        <dsp:cNvSpPr/>
      </dsp:nvSpPr>
      <dsp:spPr>
        <a:xfrm>
          <a:off x="1336297" y="-104579"/>
          <a:ext cx="3546533" cy="3546533"/>
        </a:xfrm>
        <a:prstGeom prst="circularArrow">
          <a:avLst>
            <a:gd name="adj1" fmla="val 5199"/>
            <a:gd name="adj2" fmla="val 335831"/>
            <a:gd name="adj3" fmla="val 7943152"/>
            <a:gd name="adj4" fmla="val 6976494"/>
            <a:gd name="adj5" fmla="val 606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2581F-5ABA-43EC-91FC-843EEDE1C435}">
      <dsp:nvSpPr>
        <dsp:cNvPr id="0" name=""/>
        <dsp:cNvSpPr/>
      </dsp:nvSpPr>
      <dsp:spPr>
        <a:xfrm>
          <a:off x="509686" y="1776353"/>
          <a:ext cx="2401834" cy="945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i="0" kern="1200" baseline="0" dirty="0">
              <a:ea typeface="微軟正黑體" panose="020B0604030504040204" pitchFamily="34" charset="-120"/>
            </a:rPr>
            <a:t>更新</a:t>
          </a:r>
          <a:endParaRPr lang="en-US" altLang="zh-TW" sz="2000" b="1" i="0" kern="1200" baseline="0" dirty="0">
            <a:ea typeface="微軟正黑體" panose="020B0604030504040204" pitchFamily="34" charset="-12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i="0" kern="1200" baseline="0" dirty="0">
              <a:ea typeface="微軟正黑體" panose="020B0604030504040204" pitchFamily="34" charset="-120"/>
            </a:rPr>
            <a:t>知識庫</a:t>
          </a:r>
        </a:p>
      </dsp:txBody>
      <dsp:txXfrm>
        <a:off x="509686" y="1776353"/>
        <a:ext cx="2401834" cy="945567"/>
      </dsp:txXfrm>
    </dsp:sp>
    <dsp:sp modelId="{B1E66DB0-A862-4223-BB15-06931889C2BB}">
      <dsp:nvSpPr>
        <dsp:cNvPr id="0" name=""/>
        <dsp:cNvSpPr/>
      </dsp:nvSpPr>
      <dsp:spPr>
        <a:xfrm>
          <a:off x="1439906" y="-47887"/>
          <a:ext cx="3546533" cy="3546533"/>
        </a:xfrm>
        <a:prstGeom prst="circularArrow">
          <a:avLst>
            <a:gd name="adj1" fmla="val 5199"/>
            <a:gd name="adj2" fmla="val 335831"/>
            <a:gd name="adj3" fmla="val 12083428"/>
            <a:gd name="adj4" fmla="val 10688614"/>
            <a:gd name="adj5" fmla="val 606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1D242-010B-4CD4-B8DA-C2CA939ACF8A}">
      <dsp:nvSpPr>
        <dsp:cNvPr id="0" name=""/>
        <dsp:cNvSpPr/>
      </dsp:nvSpPr>
      <dsp:spPr>
        <a:xfrm>
          <a:off x="1449868" y="269910"/>
          <a:ext cx="1242919" cy="741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i="0" kern="1200" baseline="0" dirty="0">
              <a:ea typeface="微軟正黑體" panose="020B0604030504040204" pitchFamily="34" charset="-120"/>
            </a:rPr>
            <a:t>新數據</a:t>
          </a:r>
        </a:p>
      </dsp:txBody>
      <dsp:txXfrm>
        <a:off x="1449868" y="269910"/>
        <a:ext cx="1242919" cy="741409"/>
      </dsp:txXfrm>
    </dsp:sp>
    <dsp:sp modelId="{449A035C-3EB7-47E7-9595-999935595E66}">
      <dsp:nvSpPr>
        <dsp:cNvPr id="0" name=""/>
        <dsp:cNvSpPr/>
      </dsp:nvSpPr>
      <dsp:spPr>
        <a:xfrm>
          <a:off x="1372182" y="-6779"/>
          <a:ext cx="3546533" cy="3546533"/>
        </a:xfrm>
        <a:prstGeom prst="circularArrow">
          <a:avLst>
            <a:gd name="adj1" fmla="val 5199"/>
            <a:gd name="adj2" fmla="val 335831"/>
            <a:gd name="adj3" fmla="val 17057064"/>
            <a:gd name="adj4" fmla="val 14938373"/>
            <a:gd name="adj5" fmla="val 606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2949787" cy="498693"/>
          </a:xfrm>
          <a:prstGeom prst="rect">
            <a:avLst/>
          </a:prstGeom>
        </p:spPr>
        <p:txBody>
          <a:bodyPr vert="horz" lIns="91415" tIns="45704" rIns="91415" bIns="45704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42" y="4"/>
            <a:ext cx="2949787" cy="498693"/>
          </a:xfrm>
          <a:prstGeom prst="rect">
            <a:avLst/>
          </a:prstGeom>
        </p:spPr>
        <p:txBody>
          <a:bodyPr vert="horz" lIns="91415" tIns="45704" rIns="91415" bIns="45704" rtlCol="0"/>
          <a:lstStyle>
            <a:lvl1pPr algn="r">
              <a:defRPr sz="1200"/>
            </a:lvl1pPr>
          </a:lstStyle>
          <a:p>
            <a:fld id="{C5105F31-D6E8-48E1-BBA8-A78D94CD499A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5" tIns="45704" rIns="91415" bIns="4570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4"/>
          </a:xfrm>
          <a:prstGeom prst="rect">
            <a:avLst/>
          </a:prstGeom>
        </p:spPr>
        <p:txBody>
          <a:bodyPr vert="horz" lIns="91415" tIns="45704" rIns="91415" bIns="4570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4" y="9440651"/>
            <a:ext cx="2949787" cy="498692"/>
          </a:xfrm>
          <a:prstGeom prst="rect">
            <a:avLst/>
          </a:prstGeom>
        </p:spPr>
        <p:txBody>
          <a:bodyPr vert="horz" lIns="91415" tIns="45704" rIns="91415" bIns="45704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42" y="9440651"/>
            <a:ext cx="2949787" cy="498692"/>
          </a:xfrm>
          <a:prstGeom prst="rect">
            <a:avLst/>
          </a:prstGeom>
        </p:spPr>
        <p:txBody>
          <a:bodyPr vert="horz" lIns="91415" tIns="45704" rIns="91415" bIns="45704" rtlCol="0" anchor="b"/>
          <a:lstStyle>
            <a:lvl1pPr algn="r">
              <a:defRPr sz="1200"/>
            </a:lvl1pPr>
          </a:lstStyle>
          <a:p>
            <a:fld id="{A7042647-0118-4519-B1FD-F957CD7154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41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(一般內外部使用)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60A8F5F-83B1-BC42-302A-BEBBDE3575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195" y="3722655"/>
            <a:ext cx="8618046" cy="792089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subtitle here</a:t>
            </a:r>
            <a:r>
              <a:rPr lang="en-US" altLang="zh-TW"/>
              <a:t>/</a:t>
            </a:r>
            <a:r>
              <a:rPr lang="zh-TW" altLang="en-US"/>
              <a:t>副標題</a:t>
            </a:r>
            <a:endParaRPr lang="en-GB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5E29903C-3A77-04D4-EB8D-620930D43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1195" y="1809825"/>
            <a:ext cx="8618046" cy="1836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/>
              <a:t>Enter your title here</a:t>
            </a:r>
            <a:r>
              <a:rPr lang="en-US" altLang="zh-TW"/>
              <a:t>/</a:t>
            </a:r>
            <a:r>
              <a:rPr lang="zh-TW" altLang="en-US"/>
              <a:t>標題</a:t>
            </a:r>
            <a:endParaRPr lang="en-GB"/>
          </a:p>
        </p:txBody>
      </p:sp>
      <p:sp>
        <p:nvSpPr>
          <p:cNvPr id="13" name="Text Placeholder 31">
            <a:extLst>
              <a:ext uri="{FF2B5EF4-FFF2-40B4-BE49-F238E27FC236}">
                <a16:creationId xmlns:a16="http://schemas.microsoft.com/office/drawing/2014/main" id="{16339BFE-A765-8F29-853A-156DD08A01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1084" y="5643096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/>
              <a:t>yyyy.mm.dd</a:t>
            </a:r>
            <a:endParaRPr lang="en-GB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3798FD-4237-3530-57E2-BF152C1FB444}"/>
              </a:ext>
            </a:extLst>
          </p:cNvPr>
          <p:cNvSpPr/>
          <p:nvPr/>
        </p:nvSpPr>
        <p:spPr bwMode="auto">
          <a:xfrm>
            <a:off x="1616149" y="1360967"/>
            <a:ext cx="8952614" cy="489097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200" b="1" i="0" u="none" strike="noStrike" cap="none" normalizeH="0" baseline="0" err="1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58110868-E592-43CE-C4AB-DD61449BC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1194" y="4586751"/>
            <a:ext cx="8618046" cy="97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Business Division</a:t>
            </a:r>
            <a:r>
              <a:rPr lang="zh-TW" altLang="en-US"/>
              <a:t> </a:t>
            </a:r>
            <a:r>
              <a:rPr lang="en-US"/>
              <a:t>/</a:t>
            </a:r>
            <a:r>
              <a:rPr lang="zh-TW" altLang="en-US"/>
              <a:t> </a:t>
            </a:r>
            <a:r>
              <a:rPr lang="en-US"/>
              <a:t>Department</a:t>
            </a:r>
          </a:p>
          <a:p>
            <a:pPr lvl="0"/>
            <a:r>
              <a:rPr lang="en-US"/>
              <a:t>Name / Presenter</a:t>
            </a:r>
            <a:br>
              <a:rPr lang="en-US"/>
            </a:br>
            <a:r>
              <a:rPr lang="en-US"/>
              <a:t>Company Name</a:t>
            </a:r>
            <a:endParaRPr lang="en-GB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7986CD2-F276-6498-491B-323EEFD6B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7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對外使用）封面_高階主管/公司介紹使用_藍色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戶外, 高層建築物, 天空, 大都會區 的圖片&#10;&#10;AI 產生的內容可能不正確。">
            <a:extLst>
              <a:ext uri="{FF2B5EF4-FFF2-40B4-BE49-F238E27FC236}">
                <a16:creationId xmlns:a16="http://schemas.microsoft.com/office/drawing/2014/main" id="{DF5989F6-64B7-FE34-C5CF-1D81725B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4959" r="15051" b="19693"/>
          <a:stretch/>
        </p:blipFill>
        <p:spPr>
          <a:xfrm>
            <a:off x="-1" y="0"/>
            <a:ext cx="12192000" cy="3169920"/>
          </a:xfrm>
          <a:prstGeom prst="rect">
            <a:avLst/>
          </a:prstGeom>
        </p:spPr>
      </p:pic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3B1259DF-3F56-1023-6F8B-5567F7CE3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6000" y="4971319"/>
            <a:ext cx="9360000" cy="66821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Business Division</a:t>
            </a:r>
            <a:r>
              <a:rPr lang="zh-TW" altLang="en-US"/>
              <a:t> </a:t>
            </a:r>
            <a:r>
              <a:rPr lang="en-US"/>
              <a:t>/</a:t>
            </a:r>
            <a:r>
              <a:rPr lang="zh-TW" altLang="en-US"/>
              <a:t> </a:t>
            </a:r>
            <a:r>
              <a:rPr lang="en-US"/>
              <a:t>Department</a:t>
            </a:r>
            <a:br>
              <a:rPr lang="en-US"/>
            </a:br>
            <a:r>
              <a:rPr lang="en-US" altLang="zh-TW"/>
              <a:t>Company Name</a:t>
            </a:r>
            <a:endParaRPr lang="en-GB"/>
          </a:p>
        </p:txBody>
      </p:sp>
      <p:sp>
        <p:nvSpPr>
          <p:cNvPr id="4" name="Title 15">
            <a:extLst>
              <a:ext uri="{FF2B5EF4-FFF2-40B4-BE49-F238E27FC236}">
                <a16:creationId xmlns:a16="http://schemas.microsoft.com/office/drawing/2014/main" id="{F9C7FD12-AEFC-2930-499D-9C95070DA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001" y="3489523"/>
            <a:ext cx="9360000" cy="14409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ct val="120000"/>
              </a:lnSpc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en-US"/>
              <a:t>Enter your title here</a:t>
            </a:r>
            <a:r>
              <a:rPr lang="en-US" altLang="zh-TW"/>
              <a:t>/</a:t>
            </a:r>
            <a:r>
              <a:rPr lang="zh-TW" altLang="en-US"/>
              <a:t>標題</a:t>
            </a:r>
            <a:endParaRPr lang="en-GB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2B94C9C1-7667-DE81-6681-05C779E47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46867" y="5680361"/>
            <a:ext cx="2098266" cy="43201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tx2"/>
                </a:solidFill>
                <a:latin typeface="+mn-lt"/>
                <a:ea typeface="+mn-ea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TW"/>
              <a:t>yyyy.mm.dd</a:t>
            </a:r>
            <a:endParaRPr lang="en-GB"/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076D68A-CB22-5CD8-834C-1C410D477B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499"/>
          <a:stretch/>
        </p:blipFill>
        <p:spPr>
          <a:xfrm>
            <a:off x="0" y="0"/>
            <a:ext cx="12192000" cy="446646"/>
          </a:xfrm>
          <a:prstGeom prst="rect">
            <a:avLst/>
          </a:prstGeom>
        </p:spPr>
      </p:pic>
      <p:pic>
        <p:nvPicPr>
          <p:cNvPr id="5" name="圖片 4" descr="一張含有 文字, 字型, 標誌, 圖形 的圖片&#10;&#10;AI 產生的內容可能不正確。">
            <a:extLst>
              <a:ext uri="{FF2B5EF4-FFF2-40B4-BE49-F238E27FC236}">
                <a16:creationId xmlns:a16="http://schemas.microsoft.com/office/drawing/2014/main" id="{28F8E197-46D8-FD2A-0828-AB646691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" y="366462"/>
            <a:ext cx="3919927" cy="90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6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8C1BCC7A-9476-882C-ED32-34B76EEDC21A}"/>
              </a:ext>
            </a:extLst>
          </p:cNvPr>
          <p:cNvCxnSpPr/>
          <p:nvPr/>
        </p:nvCxnSpPr>
        <p:spPr>
          <a:xfrm>
            <a:off x="2245360" y="772160"/>
            <a:ext cx="0" cy="4826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70787CD-36F0-3EFD-89D4-CDAB8A2B00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170" y="792480"/>
            <a:ext cx="8618046" cy="4826000"/>
          </a:xfrm>
          <a:prstGeom prst="rect">
            <a:avLst/>
          </a:prstGeom>
        </p:spPr>
        <p:txBody>
          <a:bodyPr lIns="0" tIns="72000" rIns="0" bIns="0" anchor="t" anchorCtr="0"/>
          <a:lstStyle>
            <a:lvl1pPr marL="514350" indent="-5143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24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lvl="0"/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/>
              <a:t>章節標題</a:t>
            </a: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/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/>
          </a:p>
          <a:p>
            <a:pPr lvl="0"/>
            <a:endParaRPr lang="en-US" altLang="zh-TW"/>
          </a:p>
          <a:p>
            <a:pPr lvl="0"/>
            <a:endParaRPr lang="en-GB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87517D7-B634-BF20-FD9D-FBBA8FDB4C9D}"/>
              </a:ext>
            </a:extLst>
          </p:cNvPr>
          <p:cNvSpPr txBox="1"/>
          <p:nvPr/>
        </p:nvSpPr>
        <p:spPr>
          <a:xfrm>
            <a:off x="610784" y="2600385"/>
            <a:ext cx="124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kern="1200" baseline="0">
                <a:solidFill>
                  <a:schemeClr val="tx2"/>
                </a:solidFill>
                <a:latin typeface="+mj-lt"/>
                <a:ea typeface="+mj-ea"/>
                <a:cs typeface="+mn-cs"/>
              </a:rPr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24975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過場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D791A4D-5205-4352-88AE-97FD7C1F3A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89997" y="2313647"/>
            <a:ext cx="886153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36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section here</a:t>
            </a:r>
            <a:r>
              <a:rPr lang="en-US" altLang="zh-TW"/>
              <a:t>/</a:t>
            </a:r>
            <a:r>
              <a:rPr lang="zh-TW" altLang="en-US"/>
              <a:t>過場頁</a:t>
            </a:r>
            <a:endParaRPr lang="en-GB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F2F9EF8-0189-40EB-A178-BB8B489D7B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9997" y="3751989"/>
            <a:ext cx="8861538" cy="507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Enter your subsection here</a:t>
            </a:r>
            <a:endParaRPr lang="en-GB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7F589AA-59B8-1AA5-5269-AE950DF4C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689" y="5236250"/>
            <a:ext cx="2056178" cy="1368000"/>
          </a:xfrm>
          <a:prstGeom prst="rect">
            <a:avLst/>
          </a:prstGeom>
        </p:spPr>
        <p:txBody>
          <a:bodyPr lIns="0" tIns="72000" rIns="0" bIns="0" anchor="ctr" anchorCtr="0"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40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GB"/>
              <a:t>01</a:t>
            </a:r>
            <a:r>
              <a:rPr lang="en-US" altLang="zh-TW"/>
              <a:t>/</a:t>
            </a:r>
            <a:r>
              <a:rPr lang="zh-TW" altLang="en-US"/>
              <a:t>章節</a:t>
            </a:r>
            <a:endParaRPr lang="en-GB"/>
          </a:p>
        </p:txBody>
      </p:sp>
      <p:pic>
        <p:nvPicPr>
          <p:cNvPr id="3" name="圖片 2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70425691-2F5D-1B38-622A-C698AAA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通用）感謝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B2AC565-B4AC-412F-B16F-DC5E237291CB}"/>
              </a:ext>
            </a:extLst>
          </p:cNvPr>
          <p:cNvSpPr txBox="1"/>
          <p:nvPr/>
        </p:nvSpPr>
        <p:spPr>
          <a:xfrm>
            <a:off x="3911600" y="2875002"/>
            <a:ext cx="436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600" b="1">
                <a:solidFill>
                  <a:schemeClr val="tx2"/>
                </a:solidFill>
              </a:rPr>
              <a:t>THANK</a:t>
            </a:r>
            <a:r>
              <a:rPr kumimoji="1" lang="zh-TW" altLang="en-US" sz="6600" b="1">
                <a:solidFill>
                  <a:schemeClr val="tx2"/>
                </a:solidFill>
              </a:rPr>
              <a:t> </a:t>
            </a:r>
            <a:r>
              <a:rPr kumimoji="1" lang="en-US" altLang="zh-TW" sz="6600" b="1">
                <a:solidFill>
                  <a:schemeClr val="tx2"/>
                </a:solidFill>
              </a:rPr>
              <a:t>YOU</a:t>
            </a:r>
            <a:endParaRPr kumimoji="1" lang="zh-TW" altLang="en-US" sz="6600" b="1">
              <a:solidFill>
                <a:schemeClr val="tx2"/>
              </a:solidFill>
            </a:endParaRPr>
          </a:p>
        </p:txBody>
      </p:sp>
      <p:pic>
        <p:nvPicPr>
          <p:cNvPr id="4" name="圖片 3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3BF6A9C3-3AD0-FB3E-14AA-5427C2BF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6" y="359440"/>
            <a:ext cx="3940079" cy="9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1203650"/>
            <a:ext cx="11323328" cy="5141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/>
              <a:t>Click to add text</a:t>
            </a:r>
          </a:p>
          <a:p>
            <a:pPr lvl="1"/>
            <a:r>
              <a:rPr lang="en-GB" altLang="zh-TW"/>
              <a:t>Level 1</a:t>
            </a:r>
          </a:p>
          <a:p>
            <a:pPr lvl="2"/>
            <a:r>
              <a:rPr lang="en-GB" altLang="zh-TW"/>
              <a:t>Level 2</a:t>
            </a:r>
          </a:p>
          <a:p>
            <a:pPr lvl="3"/>
            <a:r>
              <a:rPr lang="en-GB" altLang="zh-TW"/>
              <a:t>Level 3</a:t>
            </a:r>
          </a:p>
          <a:p>
            <a:pPr lvl="4"/>
            <a:r>
              <a:rPr lang="en-GB" altLang="zh-TW"/>
              <a:t>Level 4</a:t>
            </a:r>
          </a:p>
        </p:txBody>
      </p:sp>
      <p:sp>
        <p:nvSpPr>
          <p:cNvPr id="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22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75">
          <p15:clr>
            <a:srgbClr val="FBAE40"/>
          </p15:clr>
        </p15:guide>
        <p15:guide id="3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970D2F-BD06-470D-9E52-3C26FE963F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28775"/>
            <a:ext cx="11323328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342900" indent="-342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87338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marR="0" indent="-215900" algn="l" defTabSz="8953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tabLst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59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altLang="zh-TW"/>
              <a:t>Click to add text</a:t>
            </a:r>
          </a:p>
          <a:p>
            <a:pPr lvl="1"/>
            <a:r>
              <a:rPr lang="en-GB" altLang="zh-TW"/>
              <a:t>Level 1</a:t>
            </a:r>
          </a:p>
          <a:p>
            <a:pPr lvl="2"/>
            <a:r>
              <a:rPr lang="en-GB" altLang="zh-TW"/>
              <a:t>Level 2</a:t>
            </a:r>
          </a:p>
          <a:p>
            <a:pPr lvl="3"/>
            <a:r>
              <a:rPr lang="en-GB" altLang="zh-TW"/>
              <a:t>Level 3</a:t>
            </a:r>
          </a:p>
          <a:p>
            <a:pPr lvl="4"/>
            <a:r>
              <a:rPr lang="en-GB" altLang="zh-TW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7401">
          <p15:clr>
            <a:srgbClr val="FBAE40"/>
          </p15:clr>
        </p15:guide>
        <p15:guide id="3" pos="9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07988" y="2024064"/>
            <a:ext cx="11332509" cy="432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07988" y="1586507"/>
            <a:ext cx="11332509" cy="359941"/>
          </a:xfrm>
          <a:prstGeom prst="callout1">
            <a:avLst>
              <a:gd name="adj1" fmla="val 100536"/>
              <a:gd name="adj2" fmla="val 100112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8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983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06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257">
          <p15:clr>
            <a:srgbClr val="FBAE40"/>
          </p15:clr>
        </p15:guide>
        <p15:guide id="4" orient="horz" pos="123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F641177-0307-4560-B9E4-B0B53B756C21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07988" y="4221163"/>
            <a:ext cx="11332509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1A0AB36-A5D0-42CC-9CAC-1F9062CB67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3799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tabLst>
                <a:tab pos="11303000" algn="l"/>
              </a:tabLst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8441594-DCE9-48B3-AC8B-4B1A05646A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12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0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102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005263"/>
            <a:ext cx="11332509" cy="23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41258"/>
            <a:ext cx="11332509" cy="232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60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3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184649"/>
            <a:ext cx="11332509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740933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1600759"/>
            <a:ext cx="11332509" cy="214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48466"/>
            <a:ext cx="11341100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7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95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7749205-7EA5-4CF8-ADAE-F732A75E41E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4400550"/>
            <a:ext cx="11332509" cy="19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F8B2D3E-5FAF-4BD3-83CF-ABF4E867FE2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988" y="3971929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3354292-6AE1-456F-B6EF-8B4220C761E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2024065"/>
            <a:ext cx="11332509" cy="19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706B56A-B43E-46BE-829B-5B4F9E5C1E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581227"/>
            <a:ext cx="11332509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9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57">
          <p15:clr>
            <a:srgbClr val="FBAE40"/>
          </p15:clr>
        </p15:guide>
        <p15:guide id="3" orient="horz" pos="123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6BC5F27-E9F6-40C0-A26F-CF6C4705AD9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5"/>
            <a:ext cx="562707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9FBBDF0-3048-45E6-BC86-D9360370AE6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1628775"/>
            <a:ext cx="5616817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1592263"/>
            <a:ext cx="5627077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56177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377B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163582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4754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1E5CD1F-EEF3-4B76-9600-987011CA4DC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1466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2CCDD8-CD6C-4694-80B7-D006A02B3E6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97C5BC3-DE11-4D67-B5C9-A8B64DCAE1E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DEC377B-27BC-41D7-9506-CFEF46B4C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586827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4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2024062"/>
            <a:ext cx="374427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623524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7532308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3524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9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C100C42-5E9D-4091-84A9-440B7CE7846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996221" y="1592263"/>
            <a:ext cx="374427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FCA33D-A51F-4D84-B111-CA8D6AC2971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996222" y="1200808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67B5954-1385-48E5-AD7D-8B8C411D18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592263"/>
            <a:ext cx="753230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00AB72A-EC65-4F02-8DC3-FE8C0D35D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200808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48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2017392"/>
            <a:ext cx="7532308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624881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17392"/>
            <a:ext cx="3744276" cy="4327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81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70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6A32DA9-22F2-4A3D-BA67-3C8FFCC36EF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08189" y="1592264"/>
            <a:ext cx="7532308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9A0E0F3-2363-431F-B9FE-11A29C0B589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08189" y="1192833"/>
            <a:ext cx="753230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5BDF907-55AE-4364-BF69-106DE4CB73C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4"/>
            <a:ext cx="3744276" cy="475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42AC367-969B-409A-B073-47505136EA9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3"/>
            <a:ext cx="374400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740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3721846" cy="471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2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9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7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3721846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4879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170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86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EBE24FD-EABC-45BC-9665-2018373F1AD6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8018651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9EDE55-BE84-4286-8647-C2DFD74C49B9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8018651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738322-B0A7-43D6-9A48-3EB11AE6BF25}"/>
              </a:ext>
            </a:extLst>
          </p:cNvPr>
          <p:cNvSpPr>
            <a:spLocks noGrp="1"/>
          </p:cNvSpPr>
          <p:nvPr>
            <p:ph sz="half" idx="44" hasCustomPrompt="1"/>
          </p:nvPr>
        </p:nvSpPr>
        <p:spPr>
          <a:xfrm>
            <a:off x="4208190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C153065-F8B6-4F3F-ACAC-59C27A291C90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208190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0E76A39-11A0-49F3-84EA-6CDBBD44FFE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592263"/>
            <a:ext cx="3721846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1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2EE0621-83CB-4E64-9568-F4FC79F562D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19283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60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41CB5B44-019E-4F14-97DD-AF23159E78D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221162"/>
            <a:ext cx="5627077" cy="212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D70E5A9-41E4-4D45-AD38-1F3CEF9393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3800111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A5CDEB7-0FA8-4B31-8E06-F3541629D6D2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221162"/>
            <a:ext cx="5627077" cy="212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5E03F30-C1F6-4313-B163-2883AE1B5C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3800115"/>
            <a:ext cx="5627077" cy="359941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43FAD0A-B607-4163-B361-C1F3CB5A511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36325"/>
            <a:ext cx="11342769" cy="213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222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93">
          <p15:clr>
            <a:srgbClr val="FBAE40"/>
          </p15:clr>
        </p15:guide>
        <p15:guide id="2" pos="16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320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096000" y="2033519"/>
            <a:ext cx="5645745" cy="193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2784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373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79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39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1628776"/>
            <a:ext cx="5627077" cy="471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97728" y="4376274"/>
            <a:ext cx="5627077" cy="19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97728" y="4006402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21771"/>
            <a:ext cx="5635485" cy="193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97728" y="1614575"/>
            <a:ext cx="56457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4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1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5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4811C8C-D164-4F4D-AD44-98CB92E36BA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6096000" y="4398355"/>
            <a:ext cx="5627077" cy="19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CADF248-2631-4CFE-97EF-BF644B2ABD7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6000" y="4001009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FF3DB458-A060-417D-B654-E47BCA53AF0C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6105337" y="2035318"/>
            <a:ext cx="5627077" cy="193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B7E22BA-CF60-4734-86C2-62CA4BD0DAA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114668" y="161896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7BFC82F-F4DD-48AE-9909-B6D1FCEA28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7988" y="2035317"/>
            <a:ext cx="5616817" cy="430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5A679F0-7236-4334-90D5-8BD873976C2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7728" y="1618969"/>
            <a:ext cx="562707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1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1298F483-478E-4996-824E-2A9E21F57FA5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113420" y="2030014"/>
            <a:ext cx="5627077" cy="435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36B0E1-6B8A-4A0D-9ADA-953E16F0539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13420" y="1614908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BAC8B7-A7AB-4EAE-B739-A053DAEB8A76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07926" y="4400549"/>
            <a:ext cx="5616880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6302218-2A0A-4BEC-B195-F4DB563AA79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926" y="4001007"/>
            <a:ext cx="5616880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565E152-5187-46E3-8C0D-4525F8A5272E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07988" y="2030014"/>
            <a:ext cx="5635486" cy="193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2A74A5-7B62-440F-A127-20221AA824A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926" y="1613663"/>
            <a:ext cx="5635548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73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  <p15:guide id="2" pos="234">
          <p15:clr>
            <a:srgbClr val="FBAE40"/>
          </p15:clr>
        </p15:guide>
        <p15:guide id="3" orient="horz" pos="2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3DAD6F2-9CD2-419A-AADB-9C6F463BAC5D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5D0F3B5-4CA9-457E-97EA-106D2B4E2E9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A6D3C757-C209-4BD9-B547-0247D170CC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4400550"/>
            <a:ext cx="562707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1F65459-E369-4A5E-B52E-535D7846BEC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97728" y="4000965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50EBC26-A16E-4E46-83E1-7CE9406AAD3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2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7080BE1-CC31-4005-A203-224583BF000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7426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2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7D1C4159-E098-4623-9DD4-1F6C7473E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5E0CF8A-F0A4-41A0-BB36-42D8B25C52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4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5E9867DA-A293-4509-815E-5276F56F595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1466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C200E8F-3A6F-48C1-BC18-5705222CCE4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D2FFE41-070C-4FFF-B242-8193FF7A09B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7413EB-5A05-4C6F-A883-B11BF169F77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7497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5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2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2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005262"/>
            <a:ext cx="5627077" cy="233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1628775"/>
            <a:ext cx="5627077" cy="233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6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4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3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0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76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E6E682E-FD01-4828-AF4F-FBE6B94B33F5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611466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635956E-268B-43D9-BF45-7B785C33D71A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11466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E7ECC9D-A491-4615-8321-CB464BFBF2D2}"/>
              </a:ext>
            </a:extLst>
          </p:cNvPr>
          <p:cNvSpPr>
            <a:spLocks noGrp="1"/>
          </p:cNvSpPr>
          <p:nvPr>
            <p:ph sz="half" idx="35" hasCustomPrompt="1"/>
          </p:nvPr>
        </p:nvSpPr>
        <p:spPr>
          <a:xfrm>
            <a:off x="397728" y="4415130"/>
            <a:ext cx="5627077" cy="193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EB1493D-D832-4EC9-AA51-C637D57BB44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97728" y="4001013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89281683-240E-4F10-BB66-46437D607E96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11466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FAB6F57-8C3A-4EB7-B362-4FFF671A710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1466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B782D65-3C6F-466F-B2D8-2B6AE589271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2"/>
            <a:ext cx="562707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5436DE-00A6-470B-B2AB-75773A761CA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97728" y="1622290"/>
            <a:ext cx="5627077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42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72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408BB9B-AC52-40F8-A854-65380A49C106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618" y="4400550"/>
            <a:ext cx="7531879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BEC4BC6-0E90-46D6-86FC-2BDFF9109B33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618" y="4003126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805E85D-264E-48A1-93C9-ACE8F51FF69B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6EF9368-91D5-4441-B93F-09783401AF5C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97728" y="400312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620703C-EB94-423A-A6A7-15C06D712A5D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208618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CD21B2C-2AE5-4943-882A-2DA016D2D1E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208618" y="162747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30F5FE-B230-470A-B748-5461DCC6221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8325A8B-C2C0-4387-B5D1-078AB50B732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7728" y="162747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3186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1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3B85F03-C5E0-4B8A-9D2F-DC06BCCB1019}"/>
              </a:ext>
            </a:extLst>
          </p:cNvPr>
          <p:cNvSpPr>
            <a:spLocks noGrp="1"/>
          </p:cNvSpPr>
          <p:nvPr>
            <p:ph sz="half" idx="45" hasCustomPrompt="1"/>
          </p:nvPr>
        </p:nvSpPr>
        <p:spPr>
          <a:xfrm>
            <a:off x="8018651" y="4400549"/>
            <a:ext cx="3721846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998954B-6896-4EF9-87DA-6227FC4DDDC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8018651" y="400101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0C6BC5E7-EA23-48EF-9E8C-308BB821D9C1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07411" y="4400549"/>
            <a:ext cx="7531879" cy="1944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724201-757E-4FC4-BF08-BB2F5D5D17C0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07411" y="4001011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DB2BECD-8AB9-489A-BF6B-18DF68B9003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FE39BF9-6EAA-4D70-9413-9DA2803EFB8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018651" y="1627473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C3DD2393-3438-449F-AB3B-CF90969CC048}"/>
              </a:ext>
            </a:extLst>
          </p:cNvPr>
          <p:cNvSpPr>
            <a:spLocks noGrp="1"/>
          </p:cNvSpPr>
          <p:nvPr>
            <p:ph sz="half" idx="47" hasCustomPrompt="1"/>
          </p:nvPr>
        </p:nvSpPr>
        <p:spPr>
          <a:xfrm>
            <a:off x="407411" y="2024063"/>
            <a:ext cx="753187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B9AF990-4A38-42A1-91E6-A8CA4D9F2FCF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411" y="1627473"/>
            <a:ext cx="753187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6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1628775"/>
            <a:ext cx="11342769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8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8765"/>
            <a:ext cx="3721846" cy="193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0364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3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8818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4400550"/>
            <a:ext cx="11342769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4010338"/>
            <a:ext cx="11342769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15847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20946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2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29161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2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215043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381967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223258"/>
            <a:ext cx="3721846" cy="212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382788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9A0-C1B8-3176-077A-18C833F7E9C8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124484" y="1628775"/>
            <a:ext cx="560683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20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16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4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6786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6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614">
          <p15:clr>
            <a:srgbClr val="FBAE40"/>
          </p15:clr>
        </p15:guide>
        <p15:guide id="4" orient="horz" pos="2659">
          <p15:clr>
            <a:srgbClr val="FBAE40"/>
          </p15:clr>
        </p15:guide>
        <p15:guide id="5" orient="horz" pos="399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24654A68-7F7C-447A-A99C-F3CF8C60DD97}"/>
              </a:ext>
            </a:extLst>
          </p:cNvPr>
          <p:cNvSpPr>
            <a:spLocks noGrp="1"/>
          </p:cNvSpPr>
          <p:nvPr>
            <p:ph sz="half" idx="50" hasCustomPrompt="1"/>
          </p:nvPr>
        </p:nvSpPr>
        <p:spPr>
          <a:xfrm>
            <a:off x="8018651" y="4392335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18DEE35-CB9B-4831-9219-432C3A1E138E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18651" y="4003645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5C5BFC7-1AD1-447F-BBBA-7AAAFEF85434}"/>
              </a:ext>
            </a:extLst>
          </p:cNvPr>
          <p:cNvSpPr>
            <a:spLocks noGrp="1"/>
          </p:cNvSpPr>
          <p:nvPr>
            <p:ph sz="half" idx="48" hasCustomPrompt="1"/>
          </p:nvPr>
        </p:nvSpPr>
        <p:spPr>
          <a:xfrm>
            <a:off x="4208190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6B9E7D-9976-4DD5-B01B-4DD30441376C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208190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52F0DE0-73D2-4D81-972D-70DD67DD3893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4400550"/>
            <a:ext cx="3721846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1A8A945-D371-4658-8A4B-C049D6EBBA6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97728" y="401186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5D4DD7DF-67F1-4D14-8501-2C4115251B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8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89E54E-53CC-4E07-8A5E-9F7D7A2EED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8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63F31F-F1FF-3779-154C-C8D08EB68E99}"/>
              </a:ext>
            </a:extLst>
          </p:cNvPr>
          <p:cNvSpPr>
            <a:spLocks noGrp="1"/>
          </p:cNvSpPr>
          <p:nvPr>
            <p:ph sz="half" idx="52" hasCustomPrompt="1"/>
          </p:nvPr>
        </p:nvSpPr>
        <p:spPr>
          <a:xfrm>
            <a:off x="6096000" y="2024063"/>
            <a:ext cx="561699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747DD-3FA6-8DAB-3DA5-21EEC2F86367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096000" y="1625794"/>
            <a:ext cx="5616991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277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8" y="4400550"/>
            <a:ext cx="560673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4010342"/>
            <a:ext cx="560673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78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407988" y="2024063"/>
            <a:ext cx="371158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07988" y="1630278"/>
            <a:ext cx="371158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C7B991D-9D36-0347-226D-8E4655C48B2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6114324" y="4400550"/>
            <a:ext cx="5616992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0CBCF4A-E12E-7C78-0A84-11F7744BEAC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114324" y="4010342"/>
            <a:ext cx="5616992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17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5770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48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orient="horz" pos="754">
          <p15:clr>
            <a:srgbClr val="FBAE40"/>
          </p15:clr>
        </p15:guide>
        <p15:guide id="8" pos="23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7584B3E9-63B2-4605-B250-6F7F2B9AD2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729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0DB580F4-BB1E-4CF8-BD4A-81E2DF0C63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7729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5588ADBF-C00D-4D3E-9935-EF1ABE434B18}"/>
              </a:ext>
            </a:extLst>
          </p:cNvPr>
          <p:cNvSpPr>
            <a:spLocks noGrp="1"/>
          </p:cNvSpPr>
          <p:nvPr>
            <p:ph sz="half" idx="51" hasCustomPrompt="1"/>
          </p:nvPr>
        </p:nvSpPr>
        <p:spPr>
          <a:xfrm>
            <a:off x="8018651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8E2FA5F-AB0B-4F36-A5AA-94138ABAC6BE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018651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3CA3EFA9-CACC-447E-AF8D-50AF0E0BDE4B}"/>
              </a:ext>
            </a:extLst>
          </p:cNvPr>
          <p:cNvSpPr>
            <a:spLocks noGrp="1"/>
          </p:cNvSpPr>
          <p:nvPr>
            <p:ph sz="half" idx="49" hasCustomPrompt="1"/>
          </p:nvPr>
        </p:nvSpPr>
        <p:spPr>
          <a:xfrm>
            <a:off x="4208190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31B971A6-AE13-40B7-8862-9955E8F371AE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208190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3EABBC5F-F0C7-4386-A5F0-2BEF303540A8}"/>
              </a:ext>
            </a:extLst>
          </p:cNvPr>
          <p:cNvSpPr>
            <a:spLocks noGrp="1"/>
          </p:cNvSpPr>
          <p:nvPr>
            <p:ph sz="half" idx="46" hasCustomPrompt="1"/>
          </p:nvPr>
        </p:nvSpPr>
        <p:spPr>
          <a:xfrm>
            <a:off x="397728" y="2024063"/>
            <a:ext cx="3721846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69A80A-5686-408A-9467-EDCB4D4EDD86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397728" y="163028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5243BAB5-2683-FC27-0840-90042774B979}"/>
              </a:ext>
            </a:extLst>
          </p:cNvPr>
          <p:cNvSpPr>
            <a:spLocks noGrp="1"/>
          </p:cNvSpPr>
          <p:nvPr>
            <p:ph sz="half" idx="53" hasCustomPrompt="1"/>
          </p:nvPr>
        </p:nvSpPr>
        <p:spPr>
          <a:xfrm>
            <a:off x="4235077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99ACCF4-C618-5EE9-15B6-9671CECEAFEE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4235077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59" name="Content Placeholder 3">
            <a:extLst>
              <a:ext uri="{FF2B5EF4-FFF2-40B4-BE49-F238E27FC236}">
                <a16:creationId xmlns:a16="http://schemas.microsoft.com/office/drawing/2014/main" id="{6A54C7B4-B66F-E24F-6455-7202C8C5C0B7}"/>
              </a:ext>
            </a:extLst>
          </p:cNvPr>
          <p:cNvSpPr>
            <a:spLocks noGrp="1"/>
          </p:cNvSpPr>
          <p:nvPr>
            <p:ph sz="half" idx="55" hasCustomPrompt="1"/>
          </p:nvPr>
        </p:nvSpPr>
        <p:spPr>
          <a:xfrm>
            <a:off x="8018651" y="4389588"/>
            <a:ext cx="3721846" cy="195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285750" indent="-28575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n"/>
              <a:tabLst/>
              <a:defRPr lang="en-US" sz="16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6400" indent="-288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Arial" pitchFamily="34" charset="0"/>
              <a:buChar char="–"/>
              <a:defRPr lang="en-US" sz="1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8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2000" indent="-216000" algn="l" defTabSz="815780" rtl="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Level 1</a:t>
            </a:r>
          </a:p>
          <a:p>
            <a:pPr lvl="2"/>
            <a:r>
              <a:rPr lang="en-GB"/>
              <a:t>Level 2</a:t>
            </a:r>
          </a:p>
          <a:p>
            <a:pPr lvl="3"/>
            <a:r>
              <a:rPr lang="en-GB"/>
              <a:t>Level 3</a:t>
            </a:r>
          </a:p>
          <a:p>
            <a:pPr lvl="4"/>
            <a:r>
              <a:rPr lang="en-GB"/>
              <a:t>Level 4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0B09CA03-8042-D719-0152-371B18C662F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8018651" y="4010340"/>
            <a:ext cx="3721846" cy="324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rgbClr val="00377B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600" b="1" kern="1200" baseline="0" dirty="0" smtClean="0">
                <a:ln>
                  <a:noFill/>
                </a:ln>
                <a:solidFill>
                  <a:srgbClr val="00377B"/>
                </a:solidFill>
                <a:latin typeface="+mn-lt"/>
                <a:ea typeface="+mn-ea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/>
              <a:t>Title bar</a:t>
            </a:r>
          </a:p>
        </p:txBody>
      </p:sp>
      <p:sp>
        <p:nvSpPr>
          <p:cNvPr id="61" name="Slide Header Placeholder">
            <a:extLst>
              <a:ext uri="{FF2B5EF4-FFF2-40B4-BE49-F238E27FC236}">
                <a16:creationId xmlns:a16="http://schemas.microsoft.com/office/drawing/2014/main" id="{04C7DB3A-31B9-2241-236E-678C60A94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95941"/>
            <a:ext cx="11333758" cy="899785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en-GB"/>
              <a:t>Main text</a:t>
            </a:r>
            <a:br>
              <a:rPr lang="en-GB"/>
            </a:br>
            <a:r>
              <a:rPr lang="en-GB"/>
              <a:t>Subtitle（</a:t>
            </a:r>
            <a:r>
              <a:rPr lang="zh-TW" altLang="en-US"/>
              <a:t>可自由增加）</a:t>
            </a:r>
            <a:endParaRPr lang="en-GB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1204392"/>
            <a:ext cx="11323328" cy="370640"/>
          </a:xfrm>
          <a:prstGeom prst="rect">
            <a:avLst/>
          </a:prstGeom>
        </p:spPr>
        <p:txBody>
          <a:bodyPr lIns="0" tIns="0" rIns="0" bIns="0" anchor="ctr"/>
          <a:lstStyle>
            <a:lvl1pPr marL="266700" indent="-2667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0000"/>
              <a:buFont typeface="Wingdings" panose="05000000000000000000" pitchFamily="2" charset="2"/>
              <a:buChar char="n"/>
              <a:defRPr sz="2000" b="1" baseline="0">
                <a:latin typeface="+mn-lt"/>
                <a:ea typeface="+mn-ea"/>
              </a:defRPr>
            </a:lvl1pPr>
            <a:lvl2pPr marL="447675" indent="-271463">
              <a:buClr>
                <a:schemeClr val="accent3"/>
              </a:buClr>
              <a:buSzPct val="70000"/>
              <a:defRPr sz="2000" b="1"/>
            </a:lvl2pPr>
          </a:lstStyle>
          <a:p>
            <a:pPr lvl="0"/>
            <a:r>
              <a:rPr lang="en-US"/>
              <a:t>Subheading text (optional)</a:t>
            </a:r>
          </a:p>
        </p:txBody>
      </p:sp>
      <p:sp>
        <p:nvSpPr>
          <p:cNvPr id="18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8" y="6437589"/>
            <a:ext cx="92780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6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>
          <p15:clr>
            <a:srgbClr val="FBAE40"/>
          </p15:clr>
        </p15:guide>
        <p15:guide id="2" orient="horz" pos="1275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727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orient="horz" pos="3997">
          <p15:clr>
            <a:srgbClr val="FBAE40"/>
          </p15:clr>
        </p15:guide>
        <p15:guide id="7" pos="234">
          <p15:clr>
            <a:srgbClr val="FBAE40"/>
          </p15:clr>
        </p15:guide>
        <p15:guide id="8" orient="horz" pos="754">
          <p15:clr>
            <a:srgbClr val="FBAE40"/>
          </p15:clr>
        </p15:guide>
        <p15:guide id="9" orient="horz" pos="119">
          <p15:clr>
            <a:srgbClr val="FBAE40"/>
          </p15:clr>
        </p15:guide>
        <p15:guide id="10" orient="horz" pos="98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（表格呈現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螢幕擷取畫面, 圖形, 設計 的圖片&#10;&#10;自動產生的描述">
            <a:extLst>
              <a:ext uri="{FF2B5EF4-FFF2-40B4-BE49-F238E27FC236}">
                <a16:creationId xmlns:a16="http://schemas.microsoft.com/office/drawing/2014/main" id="{BBB0416C-20C5-2BC3-D506-25839A94B7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378ABA5-16C5-B9E7-1DBA-33FE2EB9D165}"/>
              </a:ext>
            </a:extLst>
          </p:cNvPr>
          <p:cNvCxnSpPr>
            <a:cxnSpLocks/>
          </p:cNvCxnSpPr>
          <p:nvPr userDrawn="1"/>
        </p:nvCxnSpPr>
        <p:spPr>
          <a:xfrm>
            <a:off x="943629" y="1155639"/>
            <a:ext cx="10329796" cy="0"/>
          </a:xfrm>
          <a:prstGeom prst="line">
            <a:avLst/>
          </a:prstGeom>
          <a:ln w="12700">
            <a:solidFill>
              <a:srgbClr val="103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版面配置區 12">
            <a:extLst>
              <a:ext uri="{FF2B5EF4-FFF2-40B4-BE49-F238E27FC236}">
                <a16:creationId xmlns:a16="http://schemas.microsoft.com/office/drawing/2014/main" id="{F01B6E24-C437-F387-95DC-E07A5E382B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388" y="620783"/>
            <a:ext cx="2211219" cy="565149"/>
          </a:xfrm>
          <a:prstGeom prst="rect">
            <a:avLst/>
          </a:prstGeom>
        </p:spPr>
        <p:txBody>
          <a:bodyPr/>
          <a:lstStyle>
            <a:lvl1pPr marL="239994" indent="0" algn="ctr">
              <a:spcBef>
                <a:spcPts val="0"/>
              </a:spcBef>
              <a:buNone/>
              <a:defRPr sz="2933" spc="40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凱基證券</a:t>
            </a:r>
            <a:endParaRPr lang="zh-TW" altLang="en-US"/>
          </a:p>
        </p:txBody>
      </p:sp>
      <p:sp>
        <p:nvSpPr>
          <p:cNvPr id="9" name="文字版面配置區 14">
            <a:extLst>
              <a:ext uri="{FF2B5EF4-FFF2-40B4-BE49-F238E27FC236}">
                <a16:creationId xmlns:a16="http://schemas.microsoft.com/office/drawing/2014/main" id="{A467421B-394A-5B62-8748-12C3194D3C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41889" y="702140"/>
            <a:ext cx="1719969" cy="361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33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企業報告書</a:t>
            </a:r>
            <a:endParaRPr lang="zh-TW" altLang="en-US"/>
          </a:p>
        </p:txBody>
      </p:sp>
      <p:sp>
        <p:nvSpPr>
          <p:cNvPr id="10" name="文字版面配置區 25">
            <a:extLst>
              <a:ext uri="{FF2B5EF4-FFF2-40B4-BE49-F238E27FC236}">
                <a16:creationId xmlns:a16="http://schemas.microsoft.com/office/drawing/2014/main" id="{41A0129D-9FCA-BD2C-A617-02FD7522DD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333" y="1583138"/>
            <a:ext cx="2477745" cy="366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pPr lvl="0"/>
            <a:r>
              <a:rPr lang="zh-CN" altLang="en-US"/>
              <a:t>副標位置</a:t>
            </a:r>
            <a:endParaRPr lang="zh-TW" altLang="en-US"/>
          </a:p>
        </p:txBody>
      </p:sp>
      <p:sp>
        <p:nvSpPr>
          <p:cNvPr id="12" name="表格版面配置區 11">
            <a:extLst>
              <a:ext uri="{FF2B5EF4-FFF2-40B4-BE49-F238E27FC236}">
                <a16:creationId xmlns:a16="http://schemas.microsoft.com/office/drawing/2014/main" id="{952C1691-32B0-65FA-1FD5-E61F4C482058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944034" y="2087034"/>
            <a:ext cx="10329333" cy="3746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solidFill>
                  <a:srgbClr val="103671"/>
                </a:solidFill>
                <a:latin typeface="思源黑體" panose="020B0500000000000000" pitchFamily="34" charset="-120"/>
                <a:ea typeface="思源黑體" panose="020B0500000000000000" pitchFamily="34" charset="-120"/>
              </a:defRPr>
            </a:lvl1pPr>
          </a:lstStyle>
          <a:p>
            <a:r>
              <a:rPr lang="zh-CN" altLang="en-US"/>
              <a:t>表格放置區</a:t>
            </a:r>
            <a:endParaRPr lang="zh-TW" altLang="en-US"/>
          </a:p>
        </p:txBody>
      </p:sp>
      <p:sp>
        <p:nvSpPr>
          <p:cNvPr id="16" name="投影片編號版面配置區 12">
            <a:extLst>
              <a:ext uri="{FF2B5EF4-FFF2-40B4-BE49-F238E27FC236}">
                <a16:creationId xmlns:a16="http://schemas.microsoft.com/office/drawing/2014/main" id="{A36CAEC1-3BB6-5C33-034B-B6E5A63E74A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343712" y="5622681"/>
            <a:ext cx="2743200" cy="366183"/>
          </a:xfrm>
        </p:spPr>
        <p:txBody>
          <a:bodyPr/>
          <a:lstStyle>
            <a:lvl1pPr>
              <a:defRPr sz="1067">
                <a:solidFill>
                  <a:srgbClr val="71717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altLang="zh-TW"/>
              <a:t>P.</a:t>
            </a:r>
            <a:fld id="{FE390D7C-F731-44A5-8E06-FD5F9951EF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230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版型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7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5" y="6172494"/>
            <a:ext cx="10725641" cy="20251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731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/>
              <a:t>註解樣式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Size9)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E077545-8B50-2994-D2D5-F8BDBBD57E6E}"/>
              </a:ext>
            </a:extLst>
          </p:cNvPr>
          <p:cNvCxnSpPr>
            <a:cxnSpLocks/>
          </p:cNvCxnSpPr>
          <p:nvPr userDrawn="1"/>
        </p:nvCxnSpPr>
        <p:spPr>
          <a:xfrm>
            <a:off x="334965" y="1162092"/>
            <a:ext cx="11522075" cy="0"/>
          </a:xfrm>
          <a:prstGeom prst="line">
            <a:avLst/>
          </a:prstGeom>
          <a:ln w="12700">
            <a:solidFill>
              <a:srgbClr val="103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80DF450-408D-554F-CB1F-87721C09A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2547" y="67862"/>
            <a:ext cx="5504492" cy="22629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lnSpc>
                <a:spcPts val="1139"/>
              </a:lnSpc>
              <a:spcBef>
                <a:spcPts val="0"/>
              </a:spcBef>
              <a:defRPr sz="813" baseline="0">
                <a:solidFill>
                  <a:schemeClr val="bg2"/>
                </a:solidFill>
                <a:latin typeface="+mn-lt"/>
              </a:defRPr>
            </a:lvl1pPr>
            <a:lvl2pPr marL="197152" indent="0">
              <a:buNone/>
              <a:defRPr/>
            </a:lvl2pPr>
          </a:lstStyle>
          <a:p>
            <a:pPr lvl="0"/>
            <a:r>
              <a:rPr lang="zh-TW" altLang="en-US"/>
              <a:t>章節標題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Size10)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341438"/>
            <a:ext cx="11522076" cy="4716463"/>
          </a:xfrm>
          <a:prstGeom prst="rect">
            <a:avLst/>
          </a:prstGeom>
        </p:spPr>
        <p:txBody>
          <a:bodyPr lIns="0" tIns="0" rIns="0" bIns="0"/>
          <a:lstStyle>
            <a:lvl1pPr marL="380990" indent="-380990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1pPr>
            <a:lvl2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2pPr>
            <a:lvl3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3pPr>
            <a:lvl4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4pPr>
            <a:lvl5pPr marL="219268" indent="-219268">
              <a:lnSpc>
                <a:spcPts val="1788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1139" baseline="0">
                <a:solidFill>
                  <a:schemeClr val="bg2"/>
                </a:solidFill>
                <a:latin typeface="+mn-lt"/>
              </a:defRPr>
            </a:lvl5pPr>
          </a:lstStyle>
          <a:p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內文標題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微軟正黑體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Bold/ Arial Bold/ Size16/ 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行距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- </a:t>
            </a:r>
            <a:r>
              <a:rPr lang="zh-TW" altLang="en-US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固定行高</a:t>
            </a:r>
            <a:r>
              <a:rPr lang="en-US" altLang="zh-TW" sz="1300" b="1">
                <a:solidFill>
                  <a:schemeClr val="accent1"/>
                </a:solidFill>
                <a:ea typeface="微軟正黑體" panose="020B0604030504040204" pitchFamily="34" charset="-120"/>
              </a:rPr>
              <a:t>22pt)</a:t>
            </a:r>
            <a:endParaRPr lang="zh-TW" altLang="en-US" sz="1300" b="1">
              <a:solidFill>
                <a:schemeClr val="accent1"/>
              </a:solidFill>
              <a:ea typeface="微軟正黑體" panose="020B0604030504040204" pitchFamily="34" charset="-120"/>
            </a:endParaRPr>
          </a:p>
          <a:p>
            <a:r>
              <a:rPr lang="zh-TW" altLang="en-US"/>
              <a:t>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r>
              <a:rPr lang="zh-TW" altLang="en-US"/>
              <a:t>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TW" altLang="en-US"/>
              <a:t>列點內文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TW" altLang="en-US"/>
              <a:t>列點內文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/ Arial/ Size14/ </a:t>
            </a:r>
            <a:r>
              <a:rPr lang="zh-TW" altLang="en-US"/>
              <a:t>行距</a:t>
            </a:r>
            <a:r>
              <a:rPr lang="en-US" altLang="zh-TW"/>
              <a:t>-</a:t>
            </a:r>
            <a:r>
              <a:rPr lang="zh-TW" altLang="en-US"/>
              <a:t> 固定行高</a:t>
            </a:r>
            <a:r>
              <a:rPr lang="en-US" altLang="zh-TW"/>
              <a:t>22pt)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8" hasCustomPrompt="1"/>
          </p:nvPr>
        </p:nvSpPr>
        <p:spPr>
          <a:xfrm>
            <a:off x="334801" y="360003"/>
            <a:ext cx="11522239" cy="3330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439"/>
              </a:lnSpc>
              <a:spcBef>
                <a:spcPts val="0"/>
              </a:spcBef>
              <a:defRPr sz="2275" b="1" baseline="0">
                <a:solidFill>
                  <a:schemeClr val="bg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標題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BOLD/ Arial/ Size28)</a:t>
            </a:r>
          </a:p>
          <a:p>
            <a:pPr lvl="0"/>
            <a:endParaRPr lang="zh-TW" alt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788403"/>
            <a:ext cx="11522076" cy="28962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951"/>
              </a:lnSpc>
              <a:spcBef>
                <a:spcPts val="0"/>
              </a:spcBef>
              <a:defRPr sz="1463" b="1" baseline="0">
                <a:solidFill>
                  <a:schemeClr val="bg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zh-TW" altLang="en-US"/>
              <a:t>副標</a:t>
            </a:r>
            <a:r>
              <a:rPr lang="en-US" altLang="zh-TW"/>
              <a:t>(</a:t>
            </a:r>
            <a:r>
              <a:rPr lang="zh-TW" altLang="en-US"/>
              <a:t>微軟正黑體</a:t>
            </a:r>
            <a:r>
              <a:rPr lang="en-US" altLang="zh-TW"/>
              <a:t>Bold/ Arial Bold/ Size18)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391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D010357D-4661-5BCD-578C-B51C051AA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3198" y="6377755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61ED8FB1-F04A-E202-F3FB-6344E36C1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789321"/>
            <a:ext cx="11431385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1BE3D5AD-E6C4-1426-1947-D7C5C1D61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1846" y="5997333"/>
            <a:ext cx="310154" cy="233670"/>
          </a:xfrm>
          <a:prstGeom prst="rect">
            <a:avLst/>
          </a:prstGeom>
          <a:solidFill>
            <a:srgbClr val="D9F1FF"/>
          </a:solidFill>
          <a:ln>
            <a:noFill/>
          </a:ln>
        </p:spPr>
        <p:txBody>
          <a:bodyPr lIns="54000" tIns="0" rIns="0" bIns="0"/>
          <a:lstStyle>
            <a:lvl1pPr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1pPr>
            <a:lvl2pPr marL="742950" indent="-28575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2pPr>
            <a:lvl3pPr marL="11430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3pPr>
            <a:lvl4pPr marL="16002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4pPr>
            <a:lvl5pPr marL="2057400" indent="-228600" eaLnBrk="0" hangingPunct="0"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D56C2A"/>
              </a:buClr>
              <a:buSzPct val="90000"/>
              <a:defRPr kumimoji="1" sz="1600">
                <a:solidFill>
                  <a:srgbClr val="737373"/>
                </a:solidFill>
                <a:latin typeface="Frutiger 47LightCn"/>
                <a:ea typeface="文鼎新細黑" pitchFamily="49" charset="-120"/>
              </a:defRPr>
            </a:lvl9pPr>
          </a:lstStyle>
          <a:p>
            <a:pPr algn="just" eaLnBrk="1" hangingPunct="1">
              <a:defRPr/>
            </a:pPr>
            <a:fld id="{3A06688C-8A71-4C26-9DF0-BC8547FBA8DD}" type="slidenum">
              <a:rPr lang="en-US" altLang="zh-TW" sz="1600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 algn="just" eaLnBrk="1" hangingPunct="1">
                <a:defRPr/>
              </a:pPr>
              <a:t>‹#›</a:t>
            </a:fld>
            <a:endParaRPr lang="en-US" altLang="zh-TW" sz="16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9A7D5925-9BBE-FE6F-FD7D-CB86CCD53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739" y="6415350"/>
            <a:ext cx="11431383" cy="0"/>
          </a:xfrm>
          <a:prstGeom prst="line">
            <a:avLst/>
          </a:prstGeom>
          <a:noFill/>
          <a:ln w="12700">
            <a:solidFill>
              <a:srgbClr val="0036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D6D4E521-F499-AF68-FF7D-3A638C99BB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21191" y="7872817"/>
            <a:ext cx="239288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  <a:p>
            <a:pPr eaLnBrk="1" hangingPunct="1">
              <a:defRPr/>
            </a:pPr>
            <a:r>
              <a:rPr lang="zh-TW" altLang="en-US" sz="1100" b="1" baseline="0">
                <a:solidFill>
                  <a:srgbClr val="00377B"/>
                </a:solidFill>
                <a:latin typeface="+mn-lt"/>
                <a:ea typeface="+mn-ea"/>
              </a:rPr>
              <a:t>請勿遮蔽品牌標誌</a:t>
            </a:r>
            <a:endParaRPr lang="en-GB" altLang="zh-TW" sz="1100" b="1" baseline="0">
              <a:solidFill>
                <a:srgbClr val="00377B"/>
              </a:solidFill>
              <a:latin typeface="+mn-lt"/>
              <a:ea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TW" sz="1100" b="1" baseline="0">
                <a:solidFill>
                  <a:srgbClr val="00377B"/>
                </a:solidFill>
                <a:latin typeface="+mn-lt"/>
                <a:ea typeface="+mn-ea"/>
              </a:rPr>
              <a:t>←</a:t>
            </a:r>
          </a:p>
        </p:txBody>
      </p:sp>
      <p:sp>
        <p:nvSpPr>
          <p:cNvPr id="13" name="頁尾版面配置區 2">
            <a:extLst>
              <a:ext uri="{FF2B5EF4-FFF2-40B4-BE49-F238E27FC236}">
                <a16:creationId xmlns:a16="http://schemas.microsoft.com/office/drawing/2014/main" id="{D860F382-0A64-0ADD-DBCD-581BDE952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39" y="6437589"/>
            <a:ext cx="9230378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zh-TW" altLang="en-US" kern="0">
                <a:solidFill>
                  <a:prstClr val="black"/>
                </a:solidFill>
              </a:rPr>
              <a:t>資料來源：；資料日期：。 </a:t>
            </a:r>
            <a:endParaRPr lang="zh-TW" altLang="en-US" b="1" kern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2" name="圖片 1" descr="一張含有 螢幕擷取畫面, 圖形, 字型, 文字 的圖片&#10;&#10;AI 產生的內容可能不正確。">
            <a:extLst>
              <a:ext uri="{FF2B5EF4-FFF2-40B4-BE49-F238E27FC236}">
                <a16:creationId xmlns:a16="http://schemas.microsoft.com/office/drawing/2014/main" id="{A142C6C8-979F-2A51-F159-6CC12369D20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609642" y="6343628"/>
            <a:ext cx="2431111" cy="5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50" r:id="rId2"/>
    <p:sldLayoutId id="2147483703" r:id="rId3"/>
    <p:sldLayoutId id="2147483660" r:id="rId4"/>
    <p:sldLayoutId id="2147483696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6A766FE7-7657-9269-B3A6-FD9D23D760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跨時序脈絡感知：全自動</a:t>
            </a:r>
            <a:r>
              <a:rPr lang="zh-TW" altLang="en-US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dirty="0">
                <a:ea typeface="Times New Roman"/>
                <a:cs typeface="Times New Roman"/>
                <a:sym typeface="Times New Roman"/>
              </a:rPr>
              <a:t>AI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驅動之晨會交易助理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E591B18-5F09-0DDD-B3D8-4A110ACD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基於多模型共識記憶遞延機制之</a:t>
            </a:r>
            <a:b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</a:b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全球多資產新聞驅動</a:t>
            </a:r>
            <a:r>
              <a:rPr lang="zh-TW" altLang="zh-TW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altLang="zh-TW" dirty="0">
                <a:ea typeface="Times New Roman"/>
                <a:cs typeface="Times New Roman"/>
                <a:sym typeface="Times New Roman"/>
              </a:rPr>
              <a:t>AI Agent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87314B-3C1A-30FD-C7C8-2D33CE29A2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TW" dirty="0">
                <a:cs typeface="Times New Roman" panose="02020603050405020304" pitchFamily="18" charset="0"/>
              </a:rPr>
              <a:t>2026.04.30</a:t>
            </a:r>
            <a:endParaRPr lang="zh-TW" altLang="en-US" dirty="0"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7AB00D8-EC15-9D7E-BE3B-59F8F2ECE9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報告人：證券</a:t>
            </a:r>
            <a:r>
              <a:rPr lang="zh-TW" altLang="en-US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MA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金融交易組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_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林威宇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9847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F83C11-6602-5BB0-A67E-28A6B379CAD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503336" y="2268459"/>
            <a:ext cx="6227980" cy="2193470"/>
          </a:xfrm>
        </p:spPr>
        <p:txBody>
          <a:bodyPr/>
          <a:lstStyle/>
          <a:p>
            <a:pPr lvl="0" algn="l" rtl="0">
              <a:spcBef>
                <a:spcPts val="100"/>
              </a:spcBef>
              <a:spcAft>
                <a:spcPts val="0"/>
              </a:spcAft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系統邏輯</a:t>
            </a:r>
            <a:endParaRPr lang="en-US" altLang="zh-TW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多種數據擷取，結構化數據 </a:t>
            </a:r>
            <a:r>
              <a:rPr lang="en-US" altLang="zh-TW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(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價格</a:t>
            </a:r>
            <a:r>
              <a:rPr lang="en-US" altLang="zh-TW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) 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與非結構化資訊 </a:t>
            </a:r>
            <a:r>
              <a:rPr lang="en-US" altLang="zh-TW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(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新聞</a:t>
            </a:r>
            <a:r>
              <a:rPr lang="en-US" altLang="zh-TW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)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，識別事件與資產漲跌掛勾能力。</a:t>
            </a:r>
            <a:endParaRPr lang="en-US" altLang="zh-TW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導入</a:t>
            </a:r>
            <a:r>
              <a:rPr lang="zh-TW" altLang="en-US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1600" b="1" dirty="0" err="1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FinBERT</a:t>
            </a:r>
            <a:r>
              <a:rPr lang="en-US" altLang="zh-TW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對今日新聞情緒進行自然語言處理，量化市場情緒用以快速捕捉潛在轉折點。</a:t>
            </a:r>
            <a:endParaRPr lang="en-US" altLang="zh-TW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多模型平行運作並模擬多位分析師的獨立判斷，整合成共識觀點，並保留獨家洞察。</a:t>
            </a:r>
            <a:endParaRPr lang="en-US" altLang="zh-TW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建立了自動化的紀錄存儲機制，將每日生成的投資建議以</a:t>
            </a:r>
            <a:r>
              <a:rPr lang="zh-TW" altLang="en-US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Markdown 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格式儲存並使記憶遞延。</a:t>
            </a:r>
            <a:endParaRPr lang="en-US" altLang="zh-TW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SzPts val="2000"/>
              <a:buNone/>
            </a:pPr>
            <a:endParaRPr lang="en-US" altLang="zh-TW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lvl="0" algn="l" rtl="0">
              <a:spcBef>
                <a:spcPts val="100"/>
              </a:spcBef>
              <a:spcAft>
                <a:spcPts val="0"/>
              </a:spcAft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使用工具</a:t>
            </a:r>
          </a:p>
          <a:p>
            <a:pPr marL="342900" lvl="0" indent="-342900" algn="l" rtl="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數據擷取：</a:t>
            </a:r>
            <a:r>
              <a:rPr lang="zh-TW" altLang="en-US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altLang="zh-TW" sz="1600" b="1" dirty="0" err="1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yfinance</a:t>
            </a:r>
            <a:r>
              <a:rPr lang="en-US" altLang="zh-TW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 &amp; </a:t>
            </a:r>
            <a:r>
              <a:rPr lang="en-US" altLang="zh-TW" sz="1600" b="1" dirty="0" err="1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NewsAPI</a:t>
            </a:r>
            <a:endParaRPr lang="en-US" altLang="zh-TW" sz="1600" b="1" dirty="0"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語意分析：</a:t>
            </a: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b="1" dirty="0" err="1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FinBERT</a:t>
            </a:r>
            <a:endParaRPr lang="en-US" altLang="zh-TW" sz="1600" b="1" dirty="0"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marL="342900" lvl="0" indent="-342900" algn="l" rtl="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智能決策：</a:t>
            </a:r>
            <a:r>
              <a:rPr lang="en-US" altLang="zh-TW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Gemini, GPT-4o</a:t>
            </a:r>
          </a:p>
          <a:p>
            <a:pPr marL="342900" lvl="0" indent="-342900" algn="l" rtl="0">
              <a:spcBef>
                <a:spcPts val="10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sz="16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記憶儲存：</a:t>
            </a:r>
            <a:r>
              <a:rPr lang="en-US" altLang="zh-TW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Markdown, </a:t>
            </a:r>
            <a:r>
              <a:rPr lang="en-US" altLang="zh-TW" sz="1600" b="1" dirty="0" err="1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ReportLab</a:t>
            </a:r>
            <a:r>
              <a:rPr lang="en-US" altLang="zh-TW" sz="1600" b="1" dirty="0">
                <a:ea typeface="微軟正黑體" panose="020B0604030504040204" pitchFamily="34" charset="-120"/>
                <a:cs typeface="Times New Roman" panose="02020603050405020304" pitchFamily="18" charset="0"/>
                <a:sym typeface="Times New Roman"/>
              </a:rPr>
              <a:t>, SMTP</a:t>
            </a:r>
            <a:endParaRPr lang="en-US" altLang="zh-TW" sz="1600" b="1" dirty="0"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SzPts val="2000"/>
              <a:buNone/>
            </a:pPr>
            <a:endParaRPr lang="zh-TW" altLang="en-US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spcBef>
                <a:spcPts val="100"/>
              </a:spcBef>
              <a:buNone/>
            </a:pPr>
            <a:endParaRPr lang="zh-TW" altLang="en-US" sz="1600" b="1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01F1CC-82A5-9A1D-87AC-F7507C25E1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1569110"/>
            <a:ext cx="11323328" cy="370640"/>
          </a:xfrm>
        </p:spPr>
        <p:txBody>
          <a:bodyPr/>
          <a:lstStyle/>
          <a:p>
            <a:r>
              <a:rPr lang="zh-TW" altLang="en-US" dirty="0"/>
              <a:t>一個具備財經大腦的 </a:t>
            </a:r>
            <a:r>
              <a:rPr lang="en-US" altLang="zh-TW" dirty="0">
                <a:cs typeface="Times New Roman" panose="02020603050405020304" pitchFamily="18" charset="0"/>
              </a:rPr>
              <a:t>AI Agent</a:t>
            </a:r>
            <a:r>
              <a:rPr lang="zh-TW" altLang="en-US" dirty="0"/>
              <a:t>，它不只是數據搬運工，而是能像資深分析師，自主調度工具、理解多型態資訊、並產出具備交易邏輯的專業洞察，金融市場的決策不是獨立事件，而是連續時間序列，將</a:t>
            </a:r>
            <a:r>
              <a:rPr lang="zh-TW" altLang="en-US" dirty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cs typeface="Times New Roman" panose="02020603050405020304" pitchFamily="18" charset="0"/>
              </a:rPr>
              <a:t>Markdown </a:t>
            </a:r>
            <a:r>
              <a:rPr lang="zh-TW" altLang="en-US" dirty="0"/>
              <a:t>作為長期記憶庫，在每一次執行時，都能透過讀取歷史紀錄來以獲得連續性與邏輯一致性，能有效解決</a:t>
            </a:r>
            <a:r>
              <a:rPr lang="zh-TW" altLang="en-US" dirty="0"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ea typeface="+mj-ea"/>
                <a:cs typeface="Times New Roman" panose="02020603050405020304" pitchFamily="18" charset="0"/>
              </a:rPr>
              <a:t>LLM </a:t>
            </a:r>
            <a:r>
              <a:rPr lang="zh-TW" altLang="en-US" dirty="0"/>
              <a:t>容易遺忘上下文的問題，能真正成為具備經驗積累能力的虛擬交易助理。</a:t>
            </a:r>
          </a:p>
          <a:p>
            <a:endParaRPr lang="zh-TW" altLang="en-US" dirty="0"/>
          </a:p>
        </p:txBody>
      </p:sp>
      <p:graphicFrame>
        <p:nvGraphicFramePr>
          <p:cNvPr id="7" name="資料庫圖表 6">
            <a:extLst>
              <a:ext uri="{FF2B5EF4-FFF2-40B4-BE49-F238E27FC236}">
                <a16:creationId xmlns:a16="http://schemas.microsoft.com/office/drawing/2014/main" id="{4AEC3D4B-B62C-46CA-C3B0-08B373D4C2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0854872"/>
              </p:ext>
            </p:extLst>
          </p:nvPr>
        </p:nvGraphicFramePr>
        <p:xfrm>
          <a:off x="-347135" y="2336195"/>
          <a:ext cx="6070600" cy="3820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頁尾版面配置區 5">
            <a:extLst>
              <a:ext uri="{FF2B5EF4-FFF2-40B4-BE49-F238E27FC236}">
                <a16:creationId xmlns:a16="http://schemas.microsoft.com/office/drawing/2014/main" id="{374109DF-7D27-A7F9-BE81-274B6062824D}"/>
              </a:ext>
            </a:extLst>
          </p:cNvPr>
          <p:cNvSpPr txBox="1">
            <a:spLocks/>
          </p:cNvSpPr>
          <p:nvPr/>
        </p:nvSpPr>
        <p:spPr>
          <a:xfrm>
            <a:off x="1863512" y="5920210"/>
            <a:ext cx="2547622" cy="331777"/>
          </a:xfrm>
          <a:prstGeom prst="rect">
            <a:avLst/>
          </a:prstGeom>
        </p:spPr>
        <p:txBody>
          <a:bodyPr vert="horz" lIns="91440" tIns="18000" rIns="91440" bIns="18000" rtlCol="0" anchor="ctr"/>
          <a:lstStyle>
            <a:defPPr>
              <a:defRPr lang="zh-TW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b="1" kern="0" dirty="0">
                <a:solidFill>
                  <a:prstClr val="black"/>
                </a:solidFill>
                <a:cs typeface="Times New Roman" panose="02020603050405020304" pitchFamily="18" charset="0"/>
              </a:rPr>
              <a:t>AI</a:t>
            </a:r>
            <a:r>
              <a:rPr lang="zh-TW" altLang="en-US" sz="1600" b="1" kern="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zh-TW" altLang="en-US" sz="1600" b="1" kern="0" dirty="0">
                <a:solidFill>
                  <a:prstClr val="black"/>
                </a:solidFill>
                <a:latin typeface="+mn-ea"/>
              </a:rPr>
              <a:t>交易助理每日工作流程</a:t>
            </a:r>
            <a:endParaRPr lang="zh-TW" altLang="en-US" sz="1600" b="1" kern="0" dirty="0">
              <a:solidFill>
                <a:srgbClr val="D95729">
                  <a:lumMod val="75000"/>
                </a:srgbClr>
              </a:solidFill>
              <a:latin typeface="+mn-ea"/>
            </a:endParaRPr>
          </a:p>
        </p:txBody>
      </p:sp>
      <p:pic>
        <p:nvPicPr>
          <p:cNvPr id="1026" name="Picture 2" descr="KGI 凱基- YouTube">
            <a:extLst>
              <a:ext uri="{FF2B5EF4-FFF2-40B4-BE49-F238E27FC236}">
                <a16:creationId xmlns:a16="http://schemas.microsoft.com/office/drawing/2014/main" id="{DA61CFF2-D998-82AA-0F26-02529D9CA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035" y="3466175"/>
            <a:ext cx="1655832" cy="165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標題 3">
            <a:extLst>
              <a:ext uri="{FF2B5EF4-FFF2-40B4-BE49-F238E27FC236}">
                <a16:creationId xmlns:a16="http://schemas.microsoft.com/office/drawing/2014/main" id="{4B98A60E-152E-5703-25A1-6756AA4F78C9}"/>
              </a:ext>
            </a:extLst>
          </p:cNvPr>
          <p:cNvSpPr txBox="1">
            <a:spLocks/>
          </p:cNvSpPr>
          <p:nvPr/>
        </p:nvSpPr>
        <p:spPr>
          <a:xfrm>
            <a:off x="407988" y="195942"/>
            <a:ext cx="11333758" cy="52315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GB" sz="2800" b="1" kern="1200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zh-TW" altLang="en-US" dirty="0"/>
              <a:t>整合語意分析、多模型架構與知識庫持久化儲存</a:t>
            </a:r>
          </a:p>
        </p:txBody>
      </p:sp>
    </p:spTree>
    <p:extLst>
      <p:ext uri="{BB962C8B-B14F-4D97-AF65-F5344CB8AC3E}">
        <p14:creationId xmlns:p14="http://schemas.microsoft.com/office/powerpoint/2010/main" val="328508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B0176B-BBE7-2B65-E77D-B4A854AFB9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/>
              <a:t>每日自動處理 </a:t>
            </a:r>
            <a:r>
              <a:rPr lang="en-US" altLang="zh-TW" dirty="0"/>
              <a:t>20+ </a:t>
            </a:r>
            <a:r>
              <a:rPr lang="zh-TW" altLang="en-US" dirty="0"/>
              <a:t>即時財經新聞，覆蓋 </a:t>
            </a:r>
            <a:r>
              <a:rPr lang="en-US" altLang="zh-TW" dirty="0"/>
              <a:t>35+ </a:t>
            </a:r>
            <a:r>
              <a:rPr lang="zh-TW" altLang="en-US" dirty="0"/>
              <a:t>全球核心資產歸納分析工作流與記憶遞歸機制</a:t>
            </a: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EB95F-C573-6D05-A151-B9FD2BD4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95942"/>
            <a:ext cx="11333758" cy="523150"/>
          </a:xfrm>
        </p:spPr>
        <p:txBody>
          <a:bodyPr/>
          <a:lstStyle/>
          <a:p>
            <a:r>
              <a:rPr lang="zh-TW" altLang="en-US" dirty="0"/>
              <a:t>全球資產行情與即時新聞的資料處理、智能分析與自動推播</a:t>
            </a:r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47ED9B9C-2587-03D4-7D9E-D9144680A5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49453" y="1628775"/>
            <a:ext cx="8640707" cy="4716463"/>
          </a:xfrm>
        </p:spPr>
      </p:pic>
    </p:spTree>
    <p:extLst>
      <p:ext uri="{BB962C8B-B14F-4D97-AF65-F5344CB8AC3E}">
        <p14:creationId xmlns:p14="http://schemas.microsoft.com/office/powerpoint/2010/main" val="1072437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2C3F9-C3A2-FDDC-2273-5CEBB18C51E3}"/>
              </a:ext>
            </a:extLst>
          </p:cNvPr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r>
              <a:rPr lang="zh-TW" altLang="en-US" dirty="0"/>
              <a:t>供業務同仁參考資產配置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CA35CC-3EEE-28E6-C24E-5F8E3AF26887}"/>
              </a:ext>
            </a:extLst>
          </p:cNvPr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r>
              <a:rPr lang="zh-TW" altLang="en-US" dirty="0"/>
              <a:t>交易機會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98AF8DD-ECF5-3893-02F1-00E4F9A3EDAF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r>
              <a:rPr lang="zh-TW" altLang="en-US" dirty="0"/>
              <a:t>昨日市場回顧</a:t>
            </a:r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D826CBEC-4BC8-9623-F1C5-C27A88D228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98463" y="1633121"/>
            <a:ext cx="5605462" cy="2151895"/>
          </a:xfrm>
        </p:spPr>
      </p:pic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DD8DC3A0-06FE-9FFA-60D3-CEE7CC6C88C0}"/>
              </a:ext>
            </a:extLst>
          </p:cNvPr>
          <p:cNvPicPr>
            <a:picLocks noGrp="1" noChangeAspect="1"/>
          </p:cNvPicPr>
          <p:nvPr>
            <p:ph sz="half" idx="52"/>
          </p:nvPr>
        </p:nvPicPr>
        <p:blipFill>
          <a:blip r:embed="rId3"/>
          <a:stretch>
            <a:fillRect/>
          </a:stretch>
        </p:blipFill>
        <p:spPr>
          <a:xfrm>
            <a:off x="6124575" y="1658055"/>
            <a:ext cx="5607050" cy="1119886"/>
          </a:xfrm>
        </p:spPr>
      </p:pic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0FC80541-4F22-7FE1-8E7F-964F810C8D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TW" dirty="0"/>
              <a:t>KGI</a:t>
            </a:r>
            <a:r>
              <a:rPr lang="zh-TW" altLang="en-US" dirty="0"/>
              <a:t> 市場摘要及交易機會</a:t>
            </a:r>
          </a:p>
        </p:txBody>
      </p:sp>
      <p:sp>
        <p:nvSpPr>
          <p:cNvPr id="12" name="頁尾版面配置區 11">
            <a:extLst>
              <a:ext uri="{FF2B5EF4-FFF2-40B4-BE49-F238E27FC236}">
                <a16:creationId xmlns:a16="http://schemas.microsoft.com/office/drawing/2014/main" id="{54FFCF5B-F194-5178-7E03-34AB2A311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TW" altLang="en-US" kern="0" dirty="0">
                <a:solidFill>
                  <a:prstClr val="black"/>
                </a:solidFill>
              </a:rPr>
              <a:t>資料日期：</a:t>
            </a:r>
            <a:r>
              <a:rPr lang="en-US" altLang="zh-TW" kern="0" dirty="0">
                <a:solidFill>
                  <a:prstClr val="black"/>
                </a:solidFill>
              </a:rPr>
              <a:t>2026.04.23</a:t>
            </a:r>
            <a:r>
              <a:rPr lang="zh-TW" altLang="en-US" kern="0" dirty="0">
                <a:solidFill>
                  <a:prstClr val="black"/>
                </a:solidFill>
              </a:rPr>
              <a:t>。 </a:t>
            </a:r>
            <a:endParaRPr lang="zh-TW" altLang="en-US" b="1" kern="0" dirty="0">
              <a:solidFill>
                <a:srgbClr val="D95729">
                  <a:lumMod val="75000"/>
                </a:srgbClr>
              </a:solidFill>
            </a:endParaRPr>
          </a:p>
        </p:txBody>
      </p:sp>
      <p:pic>
        <p:nvPicPr>
          <p:cNvPr id="36" name="內容版面配置區 35">
            <a:extLst>
              <a:ext uri="{FF2B5EF4-FFF2-40B4-BE49-F238E27FC236}">
                <a16:creationId xmlns:a16="http://schemas.microsoft.com/office/drawing/2014/main" id="{6041A902-4E8C-5367-6C8B-F160FF0F4D92}"/>
              </a:ext>
            </a:extLst>
          </p:cNvPr>
          <p:cNvPicPr>
            <a:picLocks noGrp="1" noChangeAspect="1"/>
          </p:cNvPicPr>
          <p:nvPr>
            <p:ph sz="half" idx="50"/>
          </p:nvPr>
        </p:nvPicPr>
        <p:blipFill>
          <a:blip r:embed="rId4"/>
          <a:stretch>
            <a:fillRect/>
          </a:stretch>
        </p:blipFill>
        <p:spPr>
          <a:xfrm>
            <a:off x="6250298" y="2765318"/>
            <a:ext cx="5543239" cy="680616"/>
          </a:xfrm>
        </p:spPr>
      </p:pic>
      <p:pic>
        <p:nvPicPr>
          <p:cNvPr id="40" name="內容版面配置區 39">
            <a:extLst>
              <a:ext uri="{FF2B5EF4-FFF2-40B4-BE49-F238E27FC236}">
                <a16:creationId xmlns:a16="http://schemas.microsoft.com/office/drawing/2014/main" id="{058C20B0-569F-BEEE-5BD9-B681613AF371}"/>
              </a:ext>
            </a:extLst>
          </p:cNvPr>
          <p:cNvPicPr>
            <a:picLocks noGrp="1" noChangeAspect="1"/>
          </p:cNvPicPr>
          <p:nvPr>
            <p:ph sz="half" idx="46"/>
          </p:nvPr>
        </p:nvPicPr>
        <p:blipFill>
          <a:blip r:embed="rId5"/>
          <a:stretch>
            <a:fillRect/>
          </a:stretch>
        </p:blipFill>
        <p:spPr>
          <a:xfrm>
            <a:off x="460375" y="4270350"/>
            <a:ext cx="3721100" cy="688353"/>
          </a:xfr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79900951-66D5-B0E3-4AC5-324AAE1690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157" y="4962405"/>
            <a:ext cx="3512316" cy="1400082"/>
          </a:xfrm>
          <a:prstGeom prst="rect">
            <a:avLst/>
          </a:prstGeom>
        </p:spPr>
      </p:pic>
      <p:pic>
        <p:nvPicPr>
          <p:cNvPr id="46" name="內容版面配置區 45">
            <a:extLst>
              <a:ext uri="{FF2B5EF4-FFF2-40B4-BE49-F238E27FC236}">
                <a16:creationId xmlns:a16="http://schemas.microsoft.com/office/drawing/2014/main" id="{2EB5C1AD-C1E1-A6E2-925A-3AFA72027D05}"/>
              </a:ext>
            </a:extLst>
          </p:cNvPr>
          <p:cNvPicPr>
            <a:picLocks noGrp="1" noChangeAspect="1"/>
          </p:cNvPicPr>
          <p:nvPr>
            <p:ph sz="half" idx="48"/>
          </p:nvPr>
        </p:nvPicPr>
        <p:blipFill>
          <a:blip r:embed="rId7"/>
          <a:stretch>
            <a:fillRect/>
          </a:stretch>
        </p:blipFill>
        <p:spPr>
          <a:xfrm>
            <a:off x="4649575" y="4222750"/>
            <a:ext cx="2838875" cy="2122488"/>
          </a:xfr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1DE2680C-F02B-E5C1-815D-D7E1FF1818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7732" y="4345085"/>
            <a:ext cx="3614315" cy="1827016"/>
          </a:xfrm>
          <a:prstGeom prst="rect">
            <a:avLst/>
          </a:prstGeom>
        </p:spPr>
      </p:pic>
      <p:sp>
        <p:nvSpPr>
          <p:cNvPr id="50" name="標題 3">
            <a:extLst>
              <a:ext uri="{FF2B5EF4-FFF2-40B4-BE49-F238E27FC236}">
                <a16:creationId xmlns:a16="http://schemas.microsoft.com/office/drawing/2014/main" id="{E6AF9F06-F30F-EA70-0F41-9AC6EFD3AD84}"/>
              </a:ext>
            </a:extLst>
          </p:cNvPr>
          <p:cNvSpPr txBox="1">
            <a:spLocks/>
          </p:cNvSpPr>
          <p:nvPr/>
        </p:nvSpPr>
        <p:spPr>
          <a:xfrm>
            <a:off x="407988" y="195942"/>
            <a:ext cx="11333758" cy="52315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GB" sz="2800" b="1" kern="1200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  <a:sym typeface="Times New Roman"/>
              </a:rPr>
              <a:t>跨越時序的智慧對話：整合持久化記憶之全自動化交易晨報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1057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4A58323-0D96-E74B-38B8-A5D30B6237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TW" altLang="en-US" b="1" dirty="0"/>
              <a:t>重塑投研效率與決策品質</a:t>
            </a:r>
            <a:endParaRPr lang="en-US" altLang="zh-TW" b="1" dirty="0"/>
          </a:p>
          <a:p>
            <a:pPr>
              <a:buFont typeface="+mj-lt"/>
              <a:buAutoNum type="arabicPeriod"/>
            </a:pPr>
            <a:r>
              <a:rPr lang="zh-TW" altLang="en-US" b="1" dirty="0"/>
              <a:t>一致性與邏輯延續</a:t>
            </a:r>
            <a:r>
              <a:rPr lang="zh-TW" altLang="en-US" dirty="0"/>
              <a:t>：透過 </a:t>
            </a:r>
            <a:r>
              <a:rPr lang="en-US" altLang="zh-TW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Knowledge.md </a:t>
            </a:r>
            <a:r>
              <a:rPr lang="zh-TW" altLang="en-US" dirty="0"/>
              <a:t>解決 </a:t>
            </a:r>
            <a:r>
              <a:rPr lang="en-US" altLang="zh-TW" dirty="0"/>
              <a:t>LLM</a:t>
            </a:r>
            <a:r>
              <a:rPr lang="zh-TW" altLang="en-US" dirty="0"/>
              <a:t> 容易遺忘問題，確保跨時序觀點具有邏輯一致性且能持續更新進步，扮演永不疲勞且具備長期記憶的虛擬分析師。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b="1" dirty="0"/>
              <a:t>快速情報轉化</a:t>
            </a:r>
            <a:r>
              <a:rPr lang="zh-TW" altLang="en-US" dirty="0"/>
              <a:t>：每日 </a:t>
            </a:r>
            <a:r>
              <a:rPr lang="en-US" altLang="zh-TW" dirty="0"/>
              <a:t>7:30</a:t>
            </a:r>
            <a:r>
              <a:rPr lang="zh-TW" altLang="en-US" dirty="0"/>
              <a:t> 完成 </a:t>
            </a:r>
            <a:r>
              <a:rPr lang="en-US" altLang="zh-TW" dirty="0"/>
              <a:t>20+ </a:t>
            </a:r>
            <a:r>
              <a:rPr lang="zh-TW" altLang="en-US" dirty="0"/>
              <a:t>即時新聞與 </a:t>
            </a:r>
            <a:r>
              <a:rPr lang="en-US" altLang="zh-TW" dirty="0"/>
              <a:t>35+ </a:t>
            </a:r>
            <a:r>
              <a:rPr lang="zh-TW" altLang="en-US" dirty="0"/>
              <a:t>全球資產的結構化分析，將數小時的人工解讀縮短至秒級生成，為交易員爭取關鍵決策時間。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b="1" dirty="0"/>
              <a:t>多模型共識優化</a:t>
            </a:r>
            <a:r>
              <a:rPr lang="zh-TW" altLang="en-US" dirty="0"/>
              <a:t>：結合 </a:t>
            </a:r>
            <a:r>
              <a:rPr lang="en-US" altLang="zh-TW" dirty="0"/>
              <a:t>Gemini 3</a:t>
            </a:r>
            <a:r>
              <a:rPr lang="zh-TW" altLang="en-US" dirty="0"/>
              <a:t> </a:t>
            </a:r>
            <a:r>
              <a:rPr lang="en-US" altLang="zh-TW" dirty="0"/>
              <a:t>flash </a:t>
            </a:r>
            <a:r>
              <a:rPr lang="zh-TW" altLang="en-US" dirty="0"/>
              <a:t>與 </a:t>
            </a:r>
            <a:r>
              <a:rPr lang="en-US" altLang="zh-TW" dirty="0"/>
              <a:t>GPT-4o </a:t>
            </a:r>
            <a:r>
              <a:rPr lang="zh-TW" altLang="en-US" dirty="0"/>
              <a:t>的平行分析機制，能降低單一模型的偏誤，提供更穩健、具備多維度視角的交易與部位配置建議 。</a:t>
            </a:r>
            <a:endParaRPr lang="en-US" altLang="zh-TW" dirty="0"/>
          </a:p>
          <a:p>
            <a:r>
              <a:rPr lang="zh-TW" altLang="en-US" b="1" dirty="0"/>
              <a:t>系統擴充性：靈活應對多元交易場景</a:t>
            </a:r>
            <a:endParaRPr lang="en-US" altLang="zh-TW" b="1" dirty="0"/>
          </a:p>
          <a:p>
            <a:pPr>
              <a:buFont typeface="+mj-lt"/>
              <a:buAutoNum type="arabicPeriod"/>
            </a:pPr>
            <a:r>
              <a:rPr lang="zh-TW" altLang="en-US" b="1" dirty="0"/>
              <a:t>多源數據整合</a:t>
            </a:r>
            <a:r>
              <a:rPr lang="zh-TW" altLang="en-US" dirty="0"/>
              <a:t>：架構可快速對接 </a:t>
            </a:r>
            <a:r>
              <a:rPr lang="en-US" altLang="zh-TW" dirty="0"/>
              <a:t>KGI </a:t>
            </a:r>
            <a:r>
              <a:rPr lang="zh-TW" altLang="en-US" dirty="0"/>
              <a:t>內部研究報告、專業資訊終端 </a:t>
            </a:r>
            <a:r>
              <a:rPr lang="en-US" altLang="zh-TW" dirty="0"/>
              <a:t>(</a:t>
            </a:r>
            <a:r>
              <a:rPr lang="zh-TW" altLang="en-US" dirty="0"/>
              <a:t>如 </a:t>
            </a:r>
            <a:r>
              <a:rPr lang="en-US" altLang="zh-TW" dirty="0"/>
              <a:t>Bloomberg)</a:t>
            </a:r>
            <a:r>
              <a:rPr lang="zh-TW" altLang="en-US" dirty="0"/>
              <a:t> 或交易所即時 </a:t>
            </a:r>
            <a:r>
              <a:rPr lang="en-US" altLang="zh-TW" dirty="0"/>
              <a:t>Data Feed</a:t>
            </a:r>
            <a:r>
              <a:rPr lang="zh-TW" altLang="en-US" dirty="0"/>
              <a:t>，進一步強化決策依據 。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b="1" dirty="0"/>
              <a:t>插件式模型堆棧 </a:t>
            </a:r>
            <a:r>
              <a:rPr lang="en-US" altLang="zh-TW" b="1" dirty="0"/>
              <a:t>(</a:t>
            </a:r>
            <a:r>
              <a:rPr lang="en-US" altLang="zh-TW" b="1" dirty="0" err="1"/>
              <a:t>MoE</a:t>
            </a:r>
            <a:r>
              <a:rPr lang="en-US" altLang="zh-TW" b="1" dirty="0"/>
              <a:t>)</a:t>
            </a:r>
            <a:r>
              <a:rPr lang="zh-TW" altLang="en-US" dirty="0"/>
              <a:t>： 採混合專家架構，未來擴展至全球數千檔股票或主題型 </a:t>
            </a:r>
            <a:r>
              <a:rPr lang="en-US" altLang="zh-TW" dirty="0"/>
              <a:t>ETF</a:t>
            </a:r>
            <a:r>
              <a:rPr lang="zh-TW" altLang="en-US" dirty="0"/>
              <a:t>，實現跨市場、跨頻率的全面監控，可針對跨市場不同資產加入專屬的微調模型 </a:t>
            </a:r>
            <a:r>
              <a:rPr lang="en-US" altLang="zh-TW" dirty="0"/>
              <a:t>(Fine-tuned Models)</a:t>
            </a:r>
            <a:r>
              <a:rPr lang="zh-TW" altLang="en-US" dirty="0"/>
              <a:t>，提升特定領域的洞察深度 。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b="1" dirty="0"/>
              <a:t>內部知識庫私有化：</a:t>
            </a:r>
            <a:r>
              <a:rPr lang="zh-TW" altLang="en-US" dirty="0"/>
              <a:t>導入 </a:t>
            </a:r>
            <a:r>
              <a:rPr lang="en-US" altLang="zh-TW" dirty="0"/>
              <a:t>KGI </a:t>
            </a:r>
            <a:r>
              <a:rPr lang="zh-TW" altLang="en-US" dirty="0"/>
              <a:t>內部歷史交易數據與資深交易員觀點進行檢索增強生成 </a:t>
            </a:r>
            <a:r>
              <a:rPr lang="en-US" altLang="zh-TW" dirty="0"/>
              <a:t>(RAG)</a:t>
            </a:r>
            <a:r>
              <a:rPr lang="zh-TW" altLang="en-US" dirty="0"/>
              <a:t>，訓練出具備凱基 </a:t>
            </a:r>
            <a:r>
              <a:rPr lang="en-US" altLang="zh-TW" dirty="0"/>
              <a:t>DNA</a:t>
            </a:r>
            <a:r>
              <a:rPr lang="zh-TW" altLang="en-US" dirty="0"/>
              <a:t> 的專屬 </a:t>
            </a:r>
            <a:r>
              <a:rPr lang="en-US" altLang="zh-TW" dirty="0"/>
              <a:t>AI </a:t>
            </a:r>
            <a:r>
              <a:rPr lang="zh-TW" altLang="en-US" dirty="0"/>
              <a:t>分析師。</a:t>
            </a:r>
            <a:endParaRPr lang="en-US" altLang="zh-TW" dirty="0"/>
          </a:p>
          <a:p>
            <a:pPr>
              <a:buFont typeface="+mj-lt"/>
              <a:buAutoNum type="arabicPeriod"/>
            </a:pPr>
            <a:r>
              <a:rPr lang="zh-TW" altLang="en-US" b="1" dirty="0"/>
              <a:t>動態風險監控與預警</a:t>
            </a:r>
            <a:r>
              <a:rPr lang="zh-TW" altLang="en-US" dirty="0"/>
              <a:t>：利用時序感知機制監控市場異常波動結合歷史紀錄，即時發出可能相關聯的風險警示。</a:t>
            </a:r>
            <a:endParaRPr lang="en-US" altLang="zh-TW" dirty="0"/>
          </a:p>
          <a:p>
            <a:pPr>
              <a:buFont typeface="+mj-lt"/>
              <a:buAutoNum type="arabicPeriod"/>
            </a:pP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384505-440A-9BE5-FF32-9BDBEF2AC1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TW" altLang="en-US" dirty="0"/>
              <a:t>從</a:t>
            </a:r>
            <a:r>
              <a:rPr lang="en-US" altLang="zh-TW" dirty="0"/>
              <a:t>AI </a:t>
            </a:r>
            <a:r>
              <a:rPr lang="zh-TW" altLang="en-US" dirty="0"/>
              <a:t>晨報交易助理進化為全方位交易決策中樞</a:t>
            </a:r>
          </a:p>
        </p:txBody>
      </p:sp>
      <p:sp>
        <p:nvSpPr>
          <p:cNvPr id="6" name="標題 3">
            <a:extLst>
              <a:ext uri="{FF2B5EF4-FFF2-40B4-BE49-F238E27FC236}">
                <a16:creationId xmlns:a16="http://schemas.microsoft.com/office/drawing/2014/main" id="{5D6C62C9-CFAA-1F16-A19A-74490AAAA57D}"/>
              </a:ext>
            </a:extLst>
          </p:cNvPr>
          <p:cNvSpPr txBox="1">
            <a:spLocks/>
          </p:cNvSpPr>
          <p:nvPr/>
        </p:nvSpPr>
        <p:spPr>
          <a:xfrm>
            <a:off x="407988" y="195942"/>
            <a:ext cx="11333758" cy="52315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en-GB" sz="2800" b="1" kern="1200" baseline="0" dirty="0">
                <a:solidFill>
                  <a:schemeClr val="tx1"/>
                </a:solidFill>
                <a:latin typeface="+mn-lt"/>
                <a:ea typeface="+mn-ea"/>
                <a:cs typeface="Arial Unicode MS" pitchFamily="34" charset="-128"/>
              </a:defRPr>
            </a:lvl1pPr>
          </a:lstStyle>
          <a:p>
            <a:r>
              <a:rPr lang="zh-TW" altLang="en-US" dirty="0"/>
              <a:t>商業價值、擴充性與未來可能演進</a:t>
            </a:r>
          </a:p>
        </p:txBody>
      </p:sp>
    </p:spTree>
    <p:extLst>
      <p:ext uri="{BB962C8B-B14F-4D97-AF65-F5344CB8AC3E}">
        <p14:creationId xmlns:p14="http://schemas.microsoft.com/office/powerpoint/2010/main" val="161908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06364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3">
  <a:themeElements>
    <a:clrScheme name="品牌顏色v4">
      <a:dk1>
        <a:srgbClr val="000000"/>
      </a:dk1>
      <a:lt1>
        <a:srgbClr val="FFFFFF"/>
      </a:lt1>
      <a:dk2>
        <a:srgbClr val="234976"/>
      </a:dk2>
      <a:lt2>
        <a:srgbClr val="FFFAF6"/>
      </a:lt2>
      <a:accent1>
        <a:srgbClr val="0065B2"/>
      </a:accent1>
      <a:accent2>
        <a:srgbClr val="FFAF78"/>
      </a:accent2>
      <a:accent3>
        <a:srgbClr val="E83F0A"/>
      </a:accent3>
      <a:accent4>
        <a:srgbClr val="A36C14"/>
      </a:accent4>
      <a:accent5>
        <a:srgbClr val="4DB848"/>
      </a:accent5>
      <a:accent6>
        <a:srgbClr val="713C93"/>
      </a:accent6>
      <a:hlink>
        <a:srgbClr val="2DB7FF"/>
      </a:hlink>
      <a:folHlink>
        <a:srgbClr val="954F72"/>
      </a:folHlink>
    </a:clrScheme>
    <a:fontScheme name="KG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3" id="{99230912-EC4A-D44D-8896-138DCE89FCDF}" vid="{1C06976D-9AC1-B042-81C6-58295AD82A4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1360C6CCFF5A42BE2217CAE4812773" ma:contentTypeVersion="17" ma:contentTypeDescription="Create a new document." ma:contentTypeScope="" ma:versionID="106305f8038346a9e7b20d6b55fd290f">
  <xsd:schema xmlns:xsd="http://www.w3.org/2001/XMLSchema" xmlns:xs="http://www.w3.org/2001/XMLSchema" xmlns:p="http://schemas.microsoft.com/office/2006/metadata/properties" xmlns:ns3="f037563e-43bd-494c-b488-a46eea011db2" xmlns:ns4="77fc565e-dc3a-4332-ae64-7f55681cb985" targetNamespace="http://schemas.microsoft.com/office/2006/metadata/properties" ma:root="true" ma:fieldsID="4aaa86d2de3b3f99602aea57602a7955" ns3:_="" ns4:_="">
    <xsd:import namespace="f037563e-43bd-494c-b488-a46eea011db2"/>
    <xsd:import namespace="77fc565e-dc3a-4332-ae64-7f55681cb98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LengthInSecond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7563e-43bd-494c-b488-a46eea011db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c565e-dc3a-4332-ae64-7f55681cb9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7fc565e-dc3a-4332-ae64-7f55681cb985" xsi:nil="true"/>
  </documentManagement>
</p:properties>
</file>

<file path=customXml/itemProps1.xml><?xml version="1.0" encoding="utf-8"?>
<ds:datastoreItem xmlns:ds="http://schemas.openxmlformats.org/officeDocument/2006/customXml" ds:itemID="{76461243-F3F5-4F11-8731-E8F807F152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BE13B-F6A0-4C91-898A-0F7F56A9698E}">
  <ds:schemaRefs>
    <ds:schemaRef ds:uri="77fc565e-dc3a-4332-ae64-7f55681cb985"/>
    <ds:schemaRef ds:uri="f037563e-43bd-494c-b488-a46eea011d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E849499-8924-4217-B474-9C125CE23669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7fc565e-dc3a-4332-ae64-7f55681cb985"/>
    <ds:schemaRef ds:uri="f037563e-43bd-494c-b488-a46eea011db2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證券_藍_簡報模板（Final）</Template>
  <TotalTime>93064</TotalTime>
  <Words>682</Words>
  <Application>Microsoft Office PowerPoint</Application>
  <PresentationFormat>寬螢幕</PresentationFormat>
  <Paragraphs>43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思源黑體</vt:lpstr>
      <vt:lpstr>微軟正黑體</vt:lpstr>
      <vt:lpstr>Arial</vt:lpstr>
      <vt:lpstr>Calibri</vt:lpstr>
      <vt:lpstr>Montserrat</vt:lpstr>
      <vt:lpstr>Symbol</vt:lpstr>
      <vt:lpstr>Times New Roman</vt:lpstr>
      <vt:lpstr>Wingdings</vt:lpstr>
      <vt:lpstr>佈景主題3</vt:lpstr>
      <vt:lpstr>基於多模型共識記憶遞延機制之 全球多資產新聞驅動 AI Agent</vt:lpstr>
      <vt:lpstr>PowerPoint 簡報</vt:lpstr>
      <vt:lpstr>全球資產行情與即時新聞的資料處理、智能分析與自動推播</vt:lpstr>
      <vt:lpstr>PowerPoint 簡報</vt:lpstr>
      <vt:lpstr>PowerPoint 簡報</vt:lpstr>
      <vt:lpstr>PowerPoint 簡報</vt:lpstr>
    </vt:vector>
  </TitlesOfParts>
  <Company>KGI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林佳蓁JoyceLin-PR-KGISEC</dc:creator>
  <cp:lastModifiedBy>彥庭 李</cp:lastModifiedBy>
  <cp:revision>177</cp:revision>
  <cp:lastPrinted>2026-04-24T06:52:18Z</cp:lastPrinted>
  <dcterms:created xsi:type="dcterms:W3CDTF">2025-04-01T01:37:12Z</dcterms:created>
  <dcterms:modified xsi:type="dcterms:W3CDTF">2026-04-25T11:02:09Z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0x010100621360C6CCFF5A42BE2217CAE4812773</vt:lpwstr>
  </property>
</Properties>
</file>
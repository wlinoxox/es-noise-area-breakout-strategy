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sldIdLst/>
  <p:sldSz cx="12192000" cy="6858000"/>
  <p:notesSz cx="6807200" cy="9939338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A8FCE"/>
    <a:srgbClr val="FFFFFF"/>
    <a:srgbClr val="004B99"/>
    <a:srgbClr val="7F7F7F"/>
    <a:srgbClr val="F68F1C"/>
    <a:srgbClr val="91B4DE"/>
    <a:srgbClr val="F15E22"/>
    <a:srgbClr val="00377C"/>
    <a:srgbClr val="595959"/>
    <a:srgbClr val="EA4C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淺色樣式 2 - 輔色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60" autoAdjust="0"/>
    <p:restoredTop sz="96318" autoAdjust="0"/>
  </p:normalViewPr>
  <p:slideViewPr>
    <p:cSldViewPr snapToGrid="0">
      <p:cViewPr varScale="1">
        <p:scale>
          <a:sx n="76" d="100"/>
          <a:sy n="76" d="100"/>
        </p:scale>
        <p:origin x="10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4" y="4"/>
            <a:ext cx="2949787" cy="498693"/>
          </a:xfrm>
          <a:prstGeom prst="rect">
            <a:avLst/>
          </a:prstGeom>
        </p:spPr>
        <p:txBody>
          <a:bodyPr vert="horz" lIns="91415" tIns="45704" rIns="91415" bIns="45704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5842" y="4"/>
            <a:ext cx="2949787" cy="498693"/>
          </a:xfrm>
          <a:prstGeom prst="rect">
            <a:avLst/>
          </a:prstGeom>
        </p:spPr>
        <p:txBody>
          <a:bodyPr vert="horz" lIns="91415" tIns="45704" rIns="91415" bIns="45704" rtlCol="0"/>
          <a:lstStyle>
            <a:lvl1pPr algn="r">
              <a:defRPr sz="1200"/>
            </a:lvl1pPr>
          </a:lstStyle>
          <a:p>
            <a:fld id="{C5105F31-D6E8-48E1-BBA8-A78D94CD499A}" type="datetimeFigureOut">
              <a:rPr lang="zh-TW" altLang="en-US" smtClean="0"/>
              <a:t>2026/4/25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65825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15" tIns="45704" rIns="91415" bIns="45704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0721" y="4783307"/>
            <a:ext cx="5445760" cy="3913614"/>
          </a:xfrm>
          <a:prstGeom prst="rect">
            <a:avLst/>
          </a:prstGeom>
        </p:spPr>
        <p:txBody>
          <a:bodyPr vert="horz" lIns="91415" tIns="45704" rIns="91415" bIns="45704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4" y="9440651"/>
            <a:ext cx="2949787" cy="498692"/>
          </a:xfrm>
          <a:prstGeom prst="rect">
            <a:avLst/>
          </a:prstGeom>
        </p:spPr>
        <p:txBody>
          <a:bodyPr vert="horz" lIns="91415" tIns="45704" rIns="91415" bIns="45704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5842" y="9440651"/>
            <a:ext cx="2949787" cy="498692"/>
          </a:xfrm>
          <a:prstGeom prst="rect">
            <a:avLst/>
          </a:prstGeom>
        </p:spPr>
        <p:txBody>
          <a:bodyPr vert="horz" lIns="91415" tIns="45704" rIns="91415" bIns="45704" rtlCol="0" anchor="b"/>
          <a:lstStyle>
            <a:lvl1pPr algn="r">
              <a:defRPr sz="1200"/>
            </a:lvl1pPr>
          </a:lstStyle>
          <a:p>
            <a:fld id="{A7042647-0118-4519-B1FD-F957CD7154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2410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(一般內外部使用)封面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60A8F5F-83B1-BC42-302A-BEBBDE3575B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1195" y="3722655"/>
            <a:ext cx="8618046" cy="792089"/>
          </a:xfrm>
          <a:prstGeom prst="rect">
            <a:avLst/>
          </a:prstGeom>
        </p:spPr>
        <p:txBody>
          <a:bodyPr lIns="0" tIns="7200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800" b="1" baseline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en-US"/>
              <a:t>Enter your subtitle here</a:t>
            </a:r>
            <a:r>
              <a:rPr lang="en-US" altLang="zh-TW"/>
              <a:t>/</a:t>
            </a:r>
            <a:r>
              <a:rPr lang="zh-TW" altLang="en-US"/>
              <a:t>副標題</a:t>
            </a:r>
            <a:endParaRPr lang="en-GB"/>
          </a:p>
        </p:txBody>
      </p:sp>
      <p:sp>
        <p:nvSpPr>
          <p:cNvPr id="11" name="Title 15">
            <a:extLst>
              <a:ext uri="{FF2B5EF4-FFF2-40B4-BE49-F238E27FC236}">
                <a16:creationId xmlns:a16="http://schemas.microsoft.com/office/drawing/2014/main" id="{5E29903C-3A77-04D4-EB8D-620930D430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1195" y="1809825"/>
            <a:ext cx="8618046" cy="18360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lnSpc>
                <a:spcPct val="120000"/>
              </a:lnSpc>
              <a:defRPr sz="3600" b="1" baseline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en-US"/>
              <a:t>Enter your title here</a:t>
            </a:r>
            <a:r>
              <a:rPr lang="en-US" altLang="zh-TW"/>
              <a:t>/</a:t>
            </a:r>
            <a:r>
              <a:rPr lang="zh-TW" altLang="en-US"/>
              <a:t>標題</a:t>
            </a:r>
            <a:endParaRPr lang="en-GB"/>
          </a:p>
        </p:txBody>
      </p:sp>
      <p:sp>
        <p:nvSpPr>
          <p:cNvPr id="13" name="Text Placeholder 31">
            <a:extLst>
              <a:ext uri="{FF2B5EF4-FFF2-40B4-BE49-F238E27FC236}">
                <a16:creationId xmlns:a16="http://schemas.microsoft.com/office/drawing/2014/main" id="{16339BFE-A765-8F29-853A-156DD08A01A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51084" y="5643096"/>
            <a:ext cx="2098266" cy="43201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aseline="0">
                <a:solidFill>
                  <a:schemeClr val="tx2"/>
                </a:solidFill>
                <a:latin typeface="+mn-lt"/>
                <a:ea typeface="+mn-ea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zh-TW"/>
              <a:t>yyyy.mm.dd</a:t>
            </a:r>
            <a:endParaRPr lang="en-GB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83798FD-4237-3530-57E2-BF152C1FB444}"/>
              </a:ext>
            </a:extLst>
          </p:cNvPr>
          <p:cNvSpPr/>
          <p:nvPr/>
        </p:nvSpPr>
        <p:spPr bwMode="auto">
          <a:xfrm>
            <a:off x="1616149" y="1360967"/>
            <a:ext cx="8952614" cy="4890977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200" b="1" i="0" u="none" strike="noStrike" cap="none" normalizeH="0" baseline="0" err="1">
              <a:ln>
                <a:noFill/>
              </a:ln>
              <a:solidFill>
                <a:schemeClr val="accent1"/>
              </a:solidFill>
              <a:effectLst/>
              <a:latin typeface="Arial" charset="0"/>
            </a:endParaRPr>
          </a:p>
        </p:txBody>
      </p:sp>
      <p:sp>
        <p:nvSpPr>
          <p:cNvPr id="15" name="Text Placeholder 31">
            <a:extLst>
              <a:ext uri="{FF2B5EF4-FFF2-40B4-BE49-F238E27FC236}">
                <a16:creationId xmlns:a16="http://schemas.microsoft.com/office/drawing/2014/main" id="{58110868-E592-43CE-C4AB-DD61449BC2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1194" y="4586751"/>
            <a:ext cx="8618046" cy="972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aseline="0">
                <a:solidFill>
                  <a:schemeClr val="tx2"/>
                </a:solidFill>
                <a:latin typeface="+mn-lt"/>
                <a:ea typeface="+mn-ea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Business Division</a:t>
            </a:r>
            <a:r>
              <a:rPr lang="zh-TW" altLang="en-US"/>
              <a:t> </a:t>
            </a:r>
            <a:r>
              <a:rPr lang="en-US"/>
              <a:t>/</a:t>
            </a:r>
            <a:r>
              <a:rPr lang="zh-TW" altLang="en-US"/>
              <a:t> </a:t>
            </a:r>
            <a:r>
              <a:rPr lang="en-US"/>
              <a:t>Department</a:t>
            </a:r>
          </a:p>
          <a:p>
            <a:pPr lvl="0"/>
            <a:r>
              <a:rPr lang="en-US"/>
              <a:t>Name / Presenter</a:t>
            </a:r>
            <a:br>
              <a:rPr lang="en-US"/>
            </a:br>
            <a:r>
              <a:rPr lang="en-US"/>
              <a:t>Company Name</a:t>
            </a:r>
            <a:endParaRPr lang="en-GB"/>
          </a:p>
        </p:txBody>
      </p:sp>
      <p:pic>
        <p:nvPicPr>
          <p:cNvPr id="3" name="圖片 2" descr="一張含有 螢幕擷取畫面, 圖形, 字型, 文字 的圖片&#10;&#10;AI 產生的內容可能不正確。">
            <a:extLst>
              <a:ext uri="{FF2B5EF4-FFF2-40B4-BE49-F238E27FC236}">
                <a16:creationId xmlns:a16="http://schemas.microsoft.com/office/drawing/2014/main" id="{A7986CD2-F276-6498-491B-323EEFD6BD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16" y="359440"/>
            <a:ext cx="3940079" cy="908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679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對外使用）封面_高階主管/公司介紹使用_藍色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 descr="一張含有 戶外, 高層建築物, 天空, 大都會區 的圖片&#10;&#10;AI 產生的內容可能不正確。">
            <a:extLst>
              <a:ext uri="{FF2B5EF4-FFF2-40B4-BE49-F238E27FC236}">
                <a16:creationId xmlns:a16="http://schemas.microsoft.com/office/drawing/2014/main" id="{DF5989F6-64B7-FE34-C5CF-1D81725B96C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14959" r="15051" b="19693"/>
          <a:stretch/>
        </p:blipFill>
        <p:spPr>
          <a:xfrm>
            <a:off x="-1" y="0"/>
            <a:ext cx="12192000" cy="3169920"/>
          </a:xfrm>
          <a:prstGeom prst="rect">
            <a:avLst/>
          </a:prstGeom>
        </p:spPr>
      </p:pic>
      <p:sp>
        <p:nvSpPr>
          <p:cNvPr id="3" name="Text Placeholder 31">
            <a:extLst>
              <a:ext uri="{FF2B5EF4-FFF2-40B4-BE49-F238E27FC236}">
                <a16:creationId xmlns:a16="http://schemas.microsoft.com/office/drawing/2014/main" id="{3B1259DF-3F56-1023-6F8B-5567F7CE39B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16000" y="4971319"/>
            <a:ext cx="9360000" cy="66821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aseline="0">
                <a:solidFill>
                  <a:schemeClr val="tx2"/>
                </a:solidFill>
                <a:latin typeface="+mn-lt"/>
                <a:ea typeface="+mn-ea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Business Division</a:t>
            </a:r>
            <a:r>
              <a:rPr lang="zh-TW" altLang="en-US"/>
              <a:t> </a:t>
            </a:r>
            <a:r>
              <a:rPr lang="en-US"/>
              <a:t>/</a:t>
            </a:r>
            <a:r>
              <a:rPr lang="zh-TW" altLang="en-US"/>
              <a:t> </a:t>
            </a:r>
            <a:r>
              <a:rPr lang="en-US"/>
              <a:t>Department</a:t>
            </a:r>
            <a:br>
              <a:rPr lang="en-US"/>
            </a:br>
            <a:r>
              <a:rPr lang="en-US" altLang="zh-TW"/>
              <a:t>Company Name</a:t>
            </a:r>
            <a:endParaRPr lang="en-GB"/>
          </a:p>
        </p:txBody>
      </p:sp>
      <p:sp>
        <p:nvSpPr>
          <p:cNvPr id="4" name="Title 15">
            <a:extLst>
              <a:ext uri="{FF2B5EF4-FFF2-40B4-BE49-F238E27FC236}">
                <a16:creationId xmlns:a16="http://schemas.microsoft.com/office/drawing/2014/main" id="{F9C7FD12-AEFC-2930-499D-9C95070DA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6001" y="3489523"/>
            <a:ext cx="9360000" cy="1440971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lnSpc>
                <a:spcPct val="120000"/>
              </a:lnSpc>
              <a:defRPr sz="3600" b="1" baseline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en-US"/>
              <a:t>Enter your title here</a:t>
            </a:r>
            <a:r>
              <a:rPr lang="en-US" altLang="zh-TW"/>
              <a:t>/</a:t>
            </a:r>
            <a:r>
              <a:rPr lang="zh-TW" altLang="en-US"/>
              <a:t>標題</a:t>
            </a:r>
            <a:endParaRPr lang="en-GB"/>
          </a:p>
        </p:txBody>
      </p:sp>
      <p:sp>
        <p:nvSpPr>
          <p:cNvPr id="7" name="Text Placeholder 31">
            <a:extLst>
              <a:ext uri="{FF2B5EF4-FFF2-40B4-BE49-F238E27FC236}">
                <a16:creationId xmlns:a16="http://schemas.microsoft.com/office/drawing/2014/main" id="{2B94C9C1-7667-DE81-6681-05C779E47DE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46867" y="5680361"/>
            <a:ext cx="2098266" cy="43201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aseline="0">
                <a:solidFill>
                  <a:schemeClr val="tx2"/>
                </a:solidFill>
                <a:latin typeface="+mn-lt"/>
                <a:ea typeface="+mn-ea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zh-TW"/>
              <a:t>yyyy.mm.dd</a:t>
            </a:r>
            <a:endParaRPr lang="en-GB"/>
          </a:p>
        </p:txBody>
      </p:sp>
      <p:pic>
        <p:nvPicPr>
          <p:cNvPr id="6" name="圖片 5" descr="一張含有 螢幕擷取畫面 的圖片&#10;&#10;AI 產生的內容可能不正確。">
            <a:extLst>
              <a:ext uri="{FF2B5EF4-FFF2-40B4-BE49-F238E27FC236}">
                <a16:creationId xmlns:a16="http://schemas.microsoft.com/office/drawing/2014/main" id="{2076D68A-CB22-5CD8-834C-1C410D477B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93499"/>
          <a:stretch/>
        </p:blipFill>
        <p:spPr>
          <a:xfrm>
            <a:off x="0" y="0"/>
            <a:ext cx="12192000" cy="446646"/>
          </a:xfrm>
          <a:prstGeom prst="rect">
            <a:avLst/>
          </a:prstGeom>
        </p:spPr>
      </p:pic>
      <p:pic>
        <p:nvPicPr>
          <p:cNvPr id="5" name="圖片 4" descr="一張含有 文字, 字型, 標誌, 圖形 的圖片&#10;&#10;AI 產生的內容可能不正確。">
            <a:extLst>
              <a:ext uri="{FF2B5EF4-FFF2-40B4-BE49-F238E27FC236}">
                <a16:creationId xmlns:a16="http://schemas.microsoft.com/office/drawing/2014/main" id="{28F8E197-46D8-FD2A-0828-AB64669104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06" y="366462"/>
            <a:ext cx="3919927" cy="904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60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目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8C1BCC7A-9476-882C-ED32-34B76EEDC21A}"/>
              </a:ext>
            </a:extLst>
          </p:cNvPr>
          <p:cNvCxnSpPr/>
          <p:nvPr/>
        </p:nvCxnSpPr>
        <p:spPr>
          <a:xfrm>
            <a:off x="2245360" y="772160"/>
            <a:ext cx="0" cy="48260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70787CD-36F0-3EFD-89D4-CDAB8A2B00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3170" y="792480"/>
            <a:ext cx="8618046" cy="4826000"/>
          </a:xfrm>
          <a:prstGeom prst="rect">
            <a:avLst/>
          </a:prstGeom>
        </p:spPr>
        <p:txBody>
          <a:bodyPr lIns="0" tIns="72000" rIns="0" bIns="0" anchor="t" anchorCtr="0"/>
          <a:lstStyle>
            <a:lvl1pPr marL="514350" indent="-5143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2400" b="1" baseline="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zh-TW" altLang="en-US"/>
              <a:t>章節標題</a:t>
            </a:r>
            <a:endParaRPr lang="en-US" altLang="zh-TW"/>
          </a:p>
          <a:p>
            <a:pPr lvl="0"/>
            <a:r>
              <a:rPr lang="zh-TW" altLang="en-US"/>
              <a:t>章節標題</a:t>
            </a:r>
            <a:endParaRPr lang="en-US" altLang="zh-TW"/>
          </a:p>
          <a:p>
            <a:pPr lvl="0"/>
            <a:r>
              <a:rPr lang="zh-TW" altLang="en-US"/>
              <a:t>章節標題</a:t>
            </a:r>
            <a:endParaRPr lang="en-US" altLang="zh-TW"/>
          </a:p>
          <a:p>
            <a:pPr lvl="0"/>
            <a:r>
              <a:rPr lang="zh-TW" altLang="en-US"/>
              <a:t>章節標題</a:t>
            </a:r>
            <a:endParaRPr lang="en-US" altLang="zh-TW"/>
          </a:p>
          <a:p>
            <a:pPr lvl="0"/>
            <a:r>
              <a:rPr lang="zh-TW" altLang="en-US"/>
              <a:t>章節標題</a:t>
            </a:r>
            <a:endParaRPr lang="en-US" altLang="zh-TW"/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zh-TW" altLang="en-US"/>
              <a:t>章節標題</a:t>
            </a:r>
            <a:endParaRPr lang="en-US" altLang="zh-TW"/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zh-TW" altLang="en-US"/>
              <a:t>章節標題</a:t>
            </a:r>
            <a:endParaRPr lang="en-US" altLang="zh-TW"/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zh-TW" altLang="en-US"/>
              <a:t>章節標題</a:t>
            </a:r>
            <a:endParaRPr lang="en-US" altLang="zh-TW"/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n-US" altLang="zh-TW"/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n-US" altLang="zh-TW"/>
          </a:p>
          <a:p>
            <a:pPr lvl="0"/>
            <a:endParaRPr lang="en-US" altLang="zh-TW"/>
          </a:p>
          <a:p>
            <a:pPr lvl="0"/>
            <a:endParaRPr lang="en-GB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D87517D7-B634-BF20-FD9D-FBBA8FDB4C9D}"/>
              </a:ext>
            </a:extLst>
          </p:cNvPr>
          <p:cNvSpPr txBox="1"/>
          <p:nvPr/>
        </p:nvSpPr>
        <p:spPr>
          <a:xfrm>
            <a:off x="610784" y="2600385"/>
            <a:ext cx="1249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kern="1200" baseline="0">
                <a:solidFill>
                  <a:schemeClr val="tx2"/>
                </a:solidFill>
                <a:latin typeface="+mj-lt"/>
                <a:ea typeface="+mj-ea"/>
                <a:cs typeface="+mn-cs"/>
              </a:rPr>
              <a:t>目錄</a:t>
            </a:r>
          </a:p>
        </p:txBody>
      </p:sp>
    </p:spTree>
    <p:extLst>
      <p:ext uri="{BB962C8B-B14F-4D97-AF65-F5344CB8AC3E}">
        <p14:creationId xmlns:p14="http://schemas.microsoft.com/office/powerpoint/2010/main" val="249752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通用）過場頁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6D791A4D-5205-4352-88AE-97FD7C1F3A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89997" y="2313647"/>
            <a:ext cx="8861538" cy="1368000"/>
          </a:xfrm>
          <a:prstGeom prst="rect">
            <a:avLst/>
          </a:prstGeom>
        </p:spPr>
        <p:txBody>
          <a:bodyPr lIns="0" tIns="72000" rIns="0" bIns="0" anchor="ctr" anchorCtr="0"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3600" b="1" baseline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en-US"/>
              <a:t>Enter your section here</a:t>
            </a:r>
            <a:r>
              <a:rPr lang="en-US" altLang="zh-TW"/>
              <a:t>/</a:t>
            </a:r>
            <a:r>
              <a:rPr lang="zh-TW" altLang="en-US"/>
              <a:t>過場頁</a:t>
            </a:r>
            <a:endParaRPr lang="en-GB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AF2F9EF8-0189-40EB-A178-BB8B489D7B2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89997" y="3751989"/>
            <a:ext cx="8861538" cy="5076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en-US"/>
              <a:t>Enter your subsection here</a:t>
            </a:r>
            <a:endParaRPr lang="en-GB"/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D7F589AA-59B8-1AA5-5269-AE950DF4C4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7689" y="5236250"/>
            <a:ext cx="2056178" cy="1368000"/>
          </a:xfrm>
          <a:prstGeom prst="rect">
            <a:avLst/>
          </a:prstGeom>
        </p:spPr>
        <p:txBody>
          <a:bodyPr lIns="0" tIns="72000" rIns="0" bIns="0" anchor="ctr" anchorCtr="0"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4000" b="1" baseline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en-GB"/>
              <a:t>01</a:t>
            </a:r>
            <a:r>
              <a:rPr lang="en-US" altLang="zh-TW"/>
              <a:t>/</a:t>
            </a:r>
            <a:r>
              <a:rPr lang="zh-TW" altLang="en-US"/>
              <a:t>章節</a:t>
            </a:r>
            <a:endParaRPr lang="en-GB"/>
          </a:p>
        </p:txBody>
      </p:sp>
      <p:pic>
        <p:nvPicPr>
          <p:cNvPr id="3" name="圖片 2" descr="一張含有 螢幕擷取畫面, 圖形, 字型, 文字 的圖片&#10;&#10;AI 產生的內容可能不正確。">
            <a:extLst>
              <a:ext uri="{FF2B5EF4-FFF2-40B4-BE49-F238E27FC236}">
                <a16:creationId xmlns:a16="http://schemas.microsoft.com/office/drawing/2014/main" id="{70425691-2F5D-1B38-622A-C698AAA948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9642" y="6343628"/>
            <a:ext cx="2431111" cy="560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168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通用）感謝頁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1B2AC565-B4AC-412F-B16F-DC5E237291CB}"/>
              </a:ext>
            </a:extLst>
          </p:cNvPr>
          <p:cNvSpPr txBox="1"/>
          <p:nvPr/>
        </p:nvSpPr>
        <p:spPr>
          <a:xfrm>
            <a:off x="3911600" y="2875002"/>
            <a:ext cx="4368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6600" b="1">
                <a:solidFill>
                  <a:schemeClr val="tx2"/>
                </a:solidFill>
              </a:rPr>
              <a:t>THANK</a:t>
            </a:r>
            <a:r>
              <a:rPr kumimoji="1" lang="zh-TW" altLang="en-US" sz="6600" b="1">
                <a:solidFill>
                  <a:schemeClr val="tx2"/>
                </a:solidFill>
              </a:rPr>
              <a:t> </a:t>
            </a:r>
            <a:r>
              <a:rPr kumimoji="1" lang="en-US" altLang="zh-TW" sz="6600" b="1">
                <a:solidFill>
                  <a:schemeClr val="tx2"/>
                </a:solidFill>
              </a:rPr>
              <a:t>YOU</a:t>
            </a:r>
            <a:endParaRPr kumimoji="1" lang="zh-TW" altLang="en-US" sz="6600" b="1">
              <a:solidFill>
                <a:schemeClr val="tx2"/>
              </a:solidFill>
            </a:endParaRPr>
          </a:p>
        </p:txBody>
      </p:sp>
      <p:pic>
        <p:nvPicPr>
          <p:cNvPr id="4" name="圖片 3" descr="一張含有 螢幕擷取畫面, 圖形, 字型, 文字 的圖片&#10;&#10;AI 產生的內容可能不正確。">
            <a:extLst>
              <a:ext uri="{FF2B5EF4-FFF2-40B4-BE49-F238E27FC236}">
                <a16:creationId xmlns:a16="http://schemas.microsoft.com/office/drawing/2014/main" id="{3BF6A9C3-3AD0-FB3E-14AA-5427C2BF0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16" y="359440"/>
            <a:ext cx="3940079" cy="908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127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07988" y="1203650"/>
            <a:ext cx="11323328" cy="51411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64800" rIns="46800" bIns="64800"/>
          <a:lstStyle>
            <a:lvl1pPr marL="342900" indent="-3429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20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5475" indent="-287338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marR="0" indent="-215900" algn="l" defTabSz="89535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tabLst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59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altLang="zh-TW"/>
              <a:t>Click to add text</a:t>
            </a:r>
          </a:p>
          <a:p>
            <a:pPr lvl="1"/>
            <a:r>
              <a:rPr lang="en-GB" altLang="zh-TW"/>
              <a:t>Level 1</a:t>
            </a:r>
          </a:p>
          <a:p>
            <a:pPr lvl="2"/>
            <a:r>
              <a:rPr lang="en-GB" altLang="zh-TW"/>
              <a:t>Level 2</a:t>
            </a:r>
          </a:p>
          <a:p>
            <a:pPr lvl="3"/>
            <a:r>
              <a:rPr lang="en-GB" altLang="zh-TW"/>
              <a:t>Level 3</a:t>
            </a:r>
          </a:p>
          <a:p>
            <a:pPr lvl="4"/>
            <a:r>
              <a:rPr lang="en-GB" altLang="zh-TW"/>
              <a:t>Level 4</a:t>
            </a:r>
          </a:p>
        </p:txBody>
      </p:sp>
      <p:sp>
        <p:nvSpPr>
          <p:cNvPr id="2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6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4229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42">
          <p15:clr>
            <a:srgbClr val="FBAE40"/>
          </p15:clr>
        </p15:guide>
        <p15:guide id="2" pos="75">
          <p15:clr>
            <a:srgbClr val="FBAE40"/>
          </p15:clr>
        </p15:guide>
        <p15:guide id="3" orient="horz" pos="75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7970D2F-BD06-470D-9E52-3C26FE963FA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7988" y="1628775"/>
            <a:ext cx="11323328" cy="4716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64800" rIns="46800" bIns="64800"/>
          <a:lstStyle>
            <a:lvl1pPr marL="342900" indent="-3429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5475" indent="-287338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marR="0" indent="-215900" algn="l" defTabSz="89535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tabLst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59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altLang="zh-TW"/>
              <a:t>Click to add text</a:t>
            </a:r>
          </a:p>
          <a:p>
            <a:pPr lvl="1"/>
            <a:r>
              <a:rPr lang="en-GB" altLang="zh-TW"/>
              <a:t>Level 1</a:t>
            </a:r>
          </a:p>
          <a:p>
            <a:pPr lvl="2"/>
            <a:r>
              <a:rPr lang="en-GB" altLang="zh-TW"/>
              <a:t>Level 2</a:t>
            </a:r>
          </a:p>
          <a:p>
            <a:pPr lvl="3"/>
            <a:r>
              <a:rPr lang="en-GB" altLang="zh-TW"/>
              <a:t>Level 3</a:t>
            </a:r>
          </a:p>
          <a:p>
            <a:pPr lvl="4"/>
            <a:r>
              <a:rPr lang="en-GB" altLang="zh-TW"/>
              <a:t>Level 4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8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7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8818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044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  <p15:guide id="2" pos="7401">
          <p15:clr>
            <a:srgbClr val="FBAE40"/>
          </p15:clr>
        </p15:guide>
        <p15:guide id="3" pos="9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07988" y="2024064"/>
            <a:ext cx="11332509" cy="43211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07988" y="1586507"/>
            <a:ext cx="11332509" cy="359941"/>
          </a:xfrm>
          <a:prstGeom prst="callout1">
            <a:avLst>
              <a:gd name="adj1" fmla="val 100536"/>
              <a:gd name="adj2" fmla="val 100112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8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3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10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9834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906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">
          <p15:clr>
            <a:srgbClr val="FBAE40"/>
          </p15:clr>
        </p15:guide>
        <p15:guide id="2" orient="horz" pos="4042">
          <p15:clr>
            <a:srgbClr val="FBAE40"/>
          </p15:clr>
        </p15:guide>
        <p15:guide id="3" pos="257">
          <p15:clr>
            <a:srgbClr val="FBAE40"/>
          </p15:clr>
        </p15:guide>
        <p15:guide id="4" orient="horz" pos="123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7F641177-0307-4560-B9E4-B0B53B756C21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07988" y="4221163"/>
            <a:ext cx="11332509" cy="2124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A1A0AB36-A5D0-42CC-9CAC-1F9062CB674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7988" y="3799929"/>
            <a:ext cx="11332509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tabLst>
                <a:tab pos="11303000" algn="l"/>
              </a:tabLst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08441594-DCE9-48B3-AC8B-4B1A05646A3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7988" y="1641258"/>
            <a:ext cx="11332509" cy="21219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2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9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5509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orient="horz" pos="102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E7749205-7EA5-4CF8-ADAE-F732A75E41E4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07988" y="4005263"/>
            <a:ext cx="11332509" cy="233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93354292-6AE1-456F-B6EF-8B4220C761E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7988" y="1641258"/>
            <a:ext cx="11332509" cy="23274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1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8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5770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8600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23">
          <p15:clr>
            <a:srgbClr val="FBAE40"/>
          </p15:clr>
        </p15:guide>
        <p15:guide id="2" pos="740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E7749205-7EA5-4CF8-ADAE-F732A75E41E4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07988" y="4184649"/>
            <a:ext cx="11332509" cy="2160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F8B2D3E-5FAF-4BD3-83CF-ABF4E867FE22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407988" y="3740933"/>
            <a:ext cx="11341100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93354292-6AE1-456F-B6EF-8B4220C761E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7988" y="1600759"/>
            <a:ext cx="11332509" cy="21401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706B56A-B43E-46BE-829B-5B4F9E5C1E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7988" y="1148466"/>
            <a:ext cx="11341100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3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10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7074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orient="horz" pos="2364">
          <p15:clr>
            <a:srgbClr val="FBAE40"/>
          </p15:clr>
        </p15:guide>
        <p15:guide id="3" orient="horz" pos="958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E7749205-7EA5-4CF8-ADAE-F732A75E41E4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07988" y="4400550"/>
            <a:ext cx="11332509" cy="19499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F8B2D3E-5FAF-4BD3-83CF-ABF4E867FE22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407988" y="3971929"/>
            <a:ext cx="11332509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93354292-6AE1-456F-B6EF-8B4220C761E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7988" y="2024065"/>
            <a:ext cx="11332509" cy="19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706B56A-B43E-46BE-829B-5B4F9E5C1E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7988" y="1581227"/>
            <a:ext cx="11332509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5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11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79966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pos="257">
          <p15:clr>
            <a:srgbClr val="FBAE40"/>
          </p15:clr>
        </p15:guide>
        <p15:guide id="3" orient="horz" pos="123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B6BC5F27-E9F6-40C0-A26F-CF6C4705AD90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6113420" y="1628775"/>
            <a:ext cx="5627077" cy="4716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79FBBDF0-3048-45E6-BC86-D9360370AE6A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07988" y="1628775"/>
            <a:ext cx="5616817" cy="4716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1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8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5770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51557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pos="758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81E5CD1F-EEF3-4B76-9600-987011CA4DC0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6114668" y="1592263"/>
            <a:ext cx="5627077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D2CCDD8-CD6C-4694-80B7-D006A02B3E60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114668" y="1163582"/>
            <a:ext cx="5627077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97C5BC3-DE11-4D67-B5C9-A8B64DCAE1E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1592263"/>
            <a:ext cx="5617746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DEC377B-27BC-41D7-9506-CFEF46B4C2C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1163582"/>
            <a:ext cx="5627077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2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9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4754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76155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8">
          <p15:clr>
            <a:srgbClr val="FBAE40"/>
          </p15:clr>
        </p15:guide>
        <p15:guide id="2" pos="740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81E5CD1F-EEF3-4B76-9600-987011CA4DC0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6114668" y="2024063"/>
            <a:ext cx="5627077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D2CCDD8-CD6C-4694-80B7-D006A02B3E60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114668" y="1586827"/>
            <a:ext cx="5627077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97C5BC3-DE11-4D67-B5C9-A8B64DCAE1E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2024063"/>
            <a:ext cx="5627077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DEC377B-27BC-41D7-9506-CFEF46B4C2C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1586827"/>
            <a:ext cx="5627077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3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10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74235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pos="23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C100C42-5E9D-4091-84A9-440B7CE78466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7996221" y="2024062"/>
            <a:ext cx="3744276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8FCA33D-A51F-4D84-B111-CA8D6AC29718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7996222" y="1623524"/>
            <a:ext cx="3744000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167B5954-1385-48E5-AD7D-8B8C411D182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8" y="2024062"/>
            <a:ext cx="7532308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00AB72A-EC65-4F02-8DC3-FE8C0D35D22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1623524"/>
            <a:ext cx="7532308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4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11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0912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pos="740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C100C42-5E9D-4091-84A9-440B7CE78466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7996221" y="1592263"/>
            <a:ext cx="3744276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8FCA33D-A51F-4D84-B111-CA8D6AC29718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7996222" y="1200808"/>
            <a:ext cx="3744000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167B5954-1385-48E5-AD7D-8B8C411D182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8" y="1592263"/>
            <a:ext cx="7532308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00AB72A-EC65-4F02-8DC3-FE8C0D35D22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1200808"/>
            <a:ext cx="7532308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3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11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5770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9489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pos="740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06A32DA9-22F2-4A3D-BA67-3C8FFCC36EF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08189" y="2017392"/>
            <a:ext cx="7532308" cy="43278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79A0E0F3-2363-431F-B9FE-11A29C0B589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208189" y="1624881"/>
            <a:ext cx="7532308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65BDF907-55AE-4364-BF69-106DE4CB73CF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2017392"/>
            <a:ext cx="3744276" cy="43278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342AC367-969B-409A-B073-47505136EA9F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97728" y="1624881"/>
            <a:ext cx="3744000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3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10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7096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pos="740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06A32DA9-22F2-4A3D-BA67-3C8FFCC36EF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08189" y="1592264"/>
            <a:ext cx="7532308" cy="4752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79A0E0F3-2363-431F-B9FE-11A29C0B589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208189" y="1192833"/>
            <a:ext cx="7532308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65BDF907-55AE-4364-BF69-106DE4CB73CF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1592264"/>
            <a:ext cx="3744276" cy="4752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342AC367-969B-409A-B073-47505136EA9F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97728" y="1192833"/>
            <a:ext cx="3744000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1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9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26483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pos="740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8EBE24FD-EABC-45BC-9665-2018373F1AD6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8018651" y="1628775"/>
            <a:ext cx="3721846" cy="4716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B9738322-B0A7-43D6-9A48-3EB11AE6BF25}"/>
              </a:ext>
            </a:extLst>
          </p:cNvPr>
          <p:cNvSpPr>
            <a:spLocks noGrp="1"/>
          </p:cNvSpPr>
          <p:nvPr>
            <p:ph sz="half" idx="44" hasCustomPrompt="1"/>
          </p:nvPr>
        </p:nvSpPr>
        <p:spPr>
          <a:xfrm>
            <a:off x="4208190" y="1628775"/>
            <a:ext cx="3721846" cy="4716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0E76A39-11A0-49F3-84EA-6CDBBD44FFE6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1628775"/>
            <a:ext cx="3721846" cy="4716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2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9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5770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71737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8EBE24FD-EABC-45BC-9665-2018373F1AD6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8018651" y="2024062"/>
            <a:ext cx="3721846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E59EDE55-BE84-4286-8647-C2DFD74C49B9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8018651" y="1624879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B9738322-B0A7-43D6-9A48-3EB11AE6BF25}"/>
              </a:ext>
            </a:extLst>
          </p:cNvPr>
          <p:cNvSpPr>
            <a:spLocks noGrp="1"/>
          </p:cNvSpPr>
          <p:nvPr>
            <p:ph sz="half" idx="44" hasCustomPrompt="1"/>
          </p:nvPr>
        </p:nvSpPr>
        <p:spPr>
          <a:xfrm>
            <a:off x="4208190" y="2024062"/>
            <a:ext cx="3721846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C153065-F8B6-4F3F-ACAC-59C27A291C90}"/>
              </a:ext>
            </a:extLst>
          </p:cNvPr>
          <p:cNvSpPr>
            <a:spLocks noGrp="1"/>
          </p:cNvSpPr>
          <p:nvPr>
            <p:ph type="body" idx="45" hasCustomPrompt="1"/>
          </p:nvPr>
        </p:nvSpPr>
        <p:spPr>
          <a:xfrm>
            <a:off x="4208190" y="1624879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0E76A39-11A0-49F3-84EA-6CDBBD44FFE6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2024062"/>
            <a:ext cx="3721846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22EE0621-83CB-4E64-9568-F4FC79F562D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97728" y="1624879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5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12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170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9864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8EBE24FD-EABC-45BC-9665-2018373F1AD6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8018651" y="1592263"/>
            <a:ext cx="3721846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E59EDE55-BE84-4286-8647-C2DFD74C49B9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8018651" y="119283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B9738322-B0A7-43D6-9A48-3EB11AE6BF25}"/>
              </a:ext>
            </a:extLst>
          </p:cNvPr>
          <p:cNvSpPr>
            <a:spLocks noGrp="1"/>
          </p:cNvSpPr>
          <p:nvPr>
            <p:ph sz="half" idx="44" hasCustomPrompt="1"/>
          </p:nvPr>
        </p:nvSpPr>
        <p:spPr>
          <a:xfrm>
            <a:off x="4208190" y="1592263"/>
            <a:ext cx="3721846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C153065-F8B6-4F3F-ACAC-59C27A291C90}"/>
              </a:ext>
            </a:extLst>
          </p:cNvPr>
          <p:cNvSpPr>
            <a:spLocks noGrp="1"/>
          </p:cNvSpPr>
          <p:nvPr>
            <p:ph type="body" idx="45" hasCustomPrompt="1"/>
          </p:nvPr>
        </p:nvSpPr>
        <p:spPr>
          <a:xfrm>
            <a:off x="4208190" y="119283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0E76A39-11A0-49F3-84EA-6CDBBD44FFE6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1592263"/>
            <a:ext cx="3721846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22EE0621-83CB-4E64-9568-F4FC79F562D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97728" y="119283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3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11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9602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41CB5B44-019E-4F14-97DD-AF23159E78D5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6114668" y="4221162"/>
            <a:ext cx="5627077" cy="2124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7D70E5A9-41E4-4D45-AD38-1F3CEF9393A6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114668" y="3800111"/>
            <a:ext cx="5627077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DA5CDEB7-0FA8-4B31-8E06-F3541629D6D2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4221162"/>
            <a:ext cx="5627077" cy="2124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45E03F30-C1F6-4313-B163-2883AE1B5C5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3800115"/>
            <a:ext cx="5627077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343FAD0A-B607-4163-B361-C1F3CB5A511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8" y="1636325"/>
            <a:ext cx="11342769" cy="21359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4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11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62227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93">
          <p15:clr>
            <a:srgbClr val="FBAE40"/>
          </p15:clr>
        </p15:guide>
        <p15:guide id="2" pos="166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84811C8C-D164-4F4D-AD44-98CB92E36BA6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6096000" y="4400550"/>
            <a:ext cx="5627077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CADF248-2631-4CFE-97EF-BF644B2ABD74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096000" y="4003203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FF3DB458-A060-417D-B654-E47BCA53AF0C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6096000" y="2033519"/>
            <a:ext cx="5645745" cy="19331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8B7E22BA-CF60-4734-86C2-62CA4BD0DAA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114668" y="1612784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C7BFC82F-F4DD-48AE-9909-B6D1FCEA28DA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1628776"/>
            <a:ext cx="5627077" cy="4716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20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4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11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3738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16796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orient="horz" pos="3997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1298F483-478E-4996-824E-2A9E21F57FA5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6113420" y="1628776"/>
            <a:ext cx="5627077" cy="4716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20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BAC8B7-A7AB-4EAE-B739-A053DAEB8A76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397728" y="4376274"/>
            <a:ext cx="5627077" cy="1968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C6302218-2A0A-4BEC-B195-F4DB563AA797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397728" y="4006402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D565E152-5187-46E3-8C0D-4525F8A5272E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407988" y="2021771"/>
            <a:ext cx="5635485" cy="19355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A2A74A5-7B62-440F-A127-20221AA824A3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397728" y="1614575"/>
            <a:ext cx="56457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4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11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4950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27">
          <p15:clr>
            <a:srgbClr val="FBAE40"/>
          </p15:clr>
        </p15:guide>
        <p15:guide id="2" pos="234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84811C8C-D164-4F4D-AD44-98CB92E36BA6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6096000" y="4398355"/>
            <a:ext cx="5627077" cy="19468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CADF248-2631-4CFE-97EF-BF644B2ABD74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096000" y="4001009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FF3DB458-A060-417D-B654-E47BCA53AF0C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6105337" y="2035318"/>
            <a:ext cx="5627077" cy="19313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8B7E22BA-CF60-4734-86C2-62CA4BD0DAA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114668" y="1618967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C7BFC82F-F4DD-48AE-9909-B6D1FCEA28DA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07988" y="2035317"/>
            <a:ext cx="5616817" cy="4309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45A679F0-7236-4334-90D5-8BD873976C21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397728" y="1618969"/>
            <a:ext cx="5627078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5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12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91198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pos="23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1298F483-478E-4996-824E-2A9E21F57FA5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6113420" y="2030014"/>
            <a:ext cx="5627077" cy="43517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E36B0E1-6B8A-4A0D-9ADA-953E16F0539B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113420" y="1614908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BAC8B7-A7AB-4EAE-B739-A053DAEB8A76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407926" y="4400549"/>
            <a:ext cx="5616880" cy="19446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C6302218-2A0A-4BEC-B195-F4DB563AA797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407926" y="4001007"/>
            <a:ext cx="5616880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D565E152-5187-46E3-8C0D-4525F8A5272E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407988" y="2030014"/>
            <a:ext cx="5635486" cy="1936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A2A74A5-7B62-440F-A127-20221AA824A3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07926" y="1613663"/>
            <a:ext cx="5635548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5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2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12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8818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90735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pos="234">
          <p15:clr>
            <a:srgbClr val="FBAE40"/>
          </p15:clr>
        </p15:guide>
        <p15:guide id="3" orient="horz" pos="250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13DAD6F2-9CD2-419A-AADB-9C6F463BAC5D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6114668" y="4400550"/>
            <a:ext cx="5627077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25D0F3B5-4CA9-457E-97EA-106D2B4E2E97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114668" y="4000965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A6D3C757-C209-4BD9-B547-0247D170CC1F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4400550"/>
            <a:ext cx="5627077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E1F65459-E369-4A5E-B52E-535D7846BEC6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97728" y="4000965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50EBC26-A16E-4E46-83E1-7CE9406AAD3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8" y="2024062"/>
            <a:ext cx="11342769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7080BE1-CC31-4005-A203-224583BF000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1627426"/>
            <a:ext cx="11342769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5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12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8818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59126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2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7D1C4159-E098-4623-9DD4-1F6C7473EBB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8" y="4400550"/>
            <a:ext cx="11342769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5E0CF8A-F0A4-41A0-BB36-42D8B25C526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4010343"/>
            <a:ext cx="11342769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5E9867DA-A293-4509-815E-5276F56F5955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6114668" y="2024063"/>
            <a:ext cx="5627077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C200E8F-3A6F-48C1-BC18-5705222CCE4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114668" y="1627497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0D2FFE41-070C-4FFF-B242-8193FF7A09B4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2024063"/>
            <a:ext cx="5627077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47413EB-5A05-4C6F-A883-B11BF169F77C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397728" y="1627497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5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21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12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47207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EE6E682E-FD01-4828-AF4F-FBE6B94B33F5}"/>
              </a:ext>
            </a:extLst>
          </p:cNvPr>
          <p:cNvSpPr>
            <a:spLocks noGrp="1"/>
          </p:cNvSpPr>
          <p:nvPr>
            <p:ph sz="half" idx="36" hasCustomPrompt="1"/>
          </p:nvPr>
        </p:nvSpPr>
        <p:spPr>
          <a:xfrm>
            <a:off x="6114668" y="4005262"/>
            <a:ext cx="5627077" cy="23399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E7ECC9D-A491-4615-8321-CB464BFBF2D2}"/>
              </a:ext>
            </a:extLst>
          </p:cNvPr>
          <p:cNvSpPr>
            <a:spLocks noGrp="1"/>
          </p:cNvSpPr>
          <p:nvPr>
            <p:ph sz="half" idx="35" hasCustomPrompt="1"/>
          </p:nvPr>
        </p:nvSpPr>
        <p:spPr>
          <a:xfrm>
            <a:off x="397728" y="4005262"/>
            <a:ext cx="5627077" cy="23399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89281683-240E-4F10-BB66-46437D607E96}"/>
              </a:ext>
            </a:extLst>
          </p:cNvPr>
          <p:cNvSpPr>
            <a:spLocks noGrp="1"/>
          </p:cNvSpPr>
          <p:nvPr>
            <p:ph sz="half" idx="32" hasCustomPrompt="1"/>
          </p:nvPr>
        </p:nvSpPr>
        <p:spPr>
          <a:xfrm>
            <a:off x="6114668" y="1628775"/>
            <a:ext cx="5627077" cy="233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9B782D65-3C6F-466F-B2D8-2B6AE5892711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1628775"/>
            <a:ext cx="5627077" cy="233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3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10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5770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67768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0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EE6E682E-FD01-4828-AF4F-FBE6B94B33F5}"/>
              </a:ext>
            </a:extLst>
          </p:cNvPr>
          <p:cNvSpPr>
            <a:spLocks noGrp="1"/>
          </p:cNvSpPr>
          <p:nvPr>
            <p:ph sz="half" idx="36" hasCustomPrompt="1"/>
          </p:nvPr>
        </p:nvSpPr>
        <p:spPr>
          <a:xfrm>
            <a:off x="6114668" y="4415130"/>
            <a:ext cx="5627077" cy="1930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0635956E-268B-43D9-BF45-7B785C33D71A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6114668" y="4001013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E7ECC9D-A491-4615-8321-CB464BFBF2D2}"/>
              </a:ext>
            </a:extLst>
          </p:cNvPr>
          <p:cNvSpPr>
            <a:spLocks noGrp="1"/>
          </p:cNvSpPr>
          <p:nvPr>
            <p:ph sz="half" idx="35" hasCustomPrompt="1"/>
          </p:nvPr>
        </p:nvSpPr>
        <p:spPr>
          <a:xfrm>
            <a:off x="397728" y="4415130"/>
            <a:ext cx="5627077" cy="1930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6EB1493D-D832-4EC9-AA51-C637D57BB44D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397728" y="4001013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89281683-240E-4F10-BB66-46437D607E96}"/>
              </a:ext>
            </a:extLst>
          </p:cNvPr>
          <p:cNvSpPr>
            <a:spLocks noGrp="1"/>
          </p:cNvSpPr>
          <p:nvPr>
            <p:ph sz="half" idx="32" hasCustomPrompt="1"/>
          </p:nvPr>
        </p:nvSpPr>
        <p:spPr>
          <a:xfrm>
            <a:off x="6114668" y="2024062"/>
            <a:ext cx="5627077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FAB6F57-8C3A-4EB7-B362-4FFF671A7107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114668" y="1622290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9B782D65-3C6F-466F-B2D8-2B6AE5892711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2024062"/>
            <a:ext cx="5627077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A45436DE-00A6-470B-B2AB-75773A761CAC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397728" y="1622290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7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2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14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4426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orient="horz" pos="1275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772">
          <p15:clr>
            <a:srgbClr val="FBAE40"/>
          </p15:clr>
        </p15:guide>
        <p15:guide id="5" orient="horz" pos="3997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F408BB9B-AC52-40F8-A854-65380A49C106}"/>
              </a:ext>
            </a:extLst>
          </p:cNvPr>
          <p:cNvSpPr>
            <a:spLocks noGrp="1"/>
          </p:cNvSpPr>
          <p:nvPr>
            <p:ph sz="half" idx="49" hasCustomPrompt="1"/>
          </p:nvPr>
        </p:nvSpPr>
        <p:spPr>
          <a:xfrm>
            <a:off x="4208618" y="4400550"/>
            <a:ext cx="7531879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7BEC4BC6-0E90-46D6-86FC-2BDFF9109B33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4208618" y="4003126"/>
            <a:ext cx="7531879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D805E85D-264E-48A1-93C9-ACE8F51FF69B}"/>
              </a:ext>
            </a:extLst>
          </p:cNvPr>
          <p:cNvSpPr>
            <a:spLocks noGrp="1"/>
          </p:cNvSpPr>
          <p:nvPr>
            <p:ph sz="half" idx="45" hasCustomPrompt="1"/>
          </p:nvPr>
        </p:nvSpPr>
        <p:spPr>
          <a:xfrm>
            <a:off x="397728" y="4400550"/>
            <a:ext cx="3721846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6EF9368-91D5-4441-B93F-09783401AF5C}"/>
              </a:ext>
            </a:extLst>
          </p:cNvPr>
          <p:cNvSpPr>
            <a:spLocks noGrp="1"/>
          </p:cNvSpPr>
          <p:nvPr>
            <p:ph type="body" idx="46" hasCustomPrompt="1"/>
          </p:nvPr>
        </p:nvSpPr>
        <p:spPr>
          <a:xfrm>
            <a:off x="397728" y="4003126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F620703C-EB94-423A-A6A7-15C06D712A5D}"/>
              </a:ext>
            </a:extLst>
          </p:cNvPr>
          <p:cNvSpPr>
            <a:spLocks noGrp="1"/>
          </p:cNvSpPr>
          <p:nvPr>
            <p:ph sz="half" idx="47" hasCustomPrompt="1"/>
          </p:nvPr>
        </p:nvSpPr>
        <p:spPr>
          <a:xfrm>
            <a:off x="4208618" y="2024063"/>
            <a:ext cx="7531879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FCD21B2C-2AE5-4943-882A-2DA016D2D1E5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4208618" y="1627471"/>
            <a:ext cx="7531879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0E30F5FE-B230-470A-B748-5461DCC6221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2024063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8325A8B-C2C0-4387-B5D1-078AB50B7325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97728" y="1627471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7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2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14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3186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43128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orient="horz" pos="1275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727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orient="horz" pos="3997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A3B85F03-C5E0-4B8A-9D2F-DC06BCCB1019}"/>
              </a:ext>
            </a:extLst>
          </p:cNvPr>
          <p:cNvSpPr>
            <a:spLocks noGrp="1"/>
          </p:cNvSpPr>
          <p:nvPr>
            <p:ph sz="half" idx="45" hasCustomPrompt="1"/>
          </p:nvPr>
        </p:nvSpPr>
        <p:spPr>
          <a:xfrm>
            <a:off x="8018651" y="4400549"/>
            <a:ext cx="3721846" cy="19446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F998954B-6896-4EF9-87DA-6227FC4DDDC0}"/>
              </a:ext>
            </a:extLst>
          </p:cNvPr>
          <p:cNvSpPr>
            <a:spLocks noGrp="1"/>
          </p:cNvSpPr>
          <p:nvPr>
            <p:ph type="body" idx="46" hasCustomPrompt="1"/>
          </p:nvPr>
        </p:nvSpPr>
        <p:spPr>
          <a:xfrm>
            <a:off x="8018651" y="4001011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0C6BC5E7-EA23-48EF-9E8C-308BB821D9C1}"/>
              </a:ext>
            </a:extLst>
          </p:cNvPr>
          <p:cNvSpPr>
            <a:spLocks noGrp="1"/>
          </p:cNvSpPr>
          <p:nvPr>
            <p:ph sz="half" idx="49" hasCustomPrompt="1"/>
          </p:nvPr>
        </p:nvSpPr>
        <p:spPr>
          <a:xfrm>
            <a:off x="407411" y="4400549"/>
            <a:ext cx="7531879" cy="19446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F724201-757E-4FC4-BF08-BB2F5D5D17C0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407411" y="4001011"/>
            <a:ext cx="7531879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BDB2BECD-8AB9-489A-BF6B-18DF68B9003B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018651" y="2024063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8FE39BF9-6EAA-4D70-9413-9DA2803EFB8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018651" y="1627473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C3DD2393-3438-449F-AB3B-CF90969CC048}"/>
              </a:ext>
            </a:extLst>
          </p:cNvPr>
          <p:cNvSpPr>
            <a:spLocks noGrp="1"/>
          </p:cNvSpPr>
          <p:nvPr>
            <p:ph sz="half" idx="47" hasCustomPrompt="1"/>
          </p:nvPr>
        </p:nvSpPr>
        <p:spPr>
          <a:xfrm>
            <a:off x="407411" y="2024063"/>
            <a:ext cx="7531879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4B9AF990-4A38-42A1-91E6-A8CA4D9F2FCF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407411" y="1627473"/>
            <a:ext cx="7531879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7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2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14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8818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5068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orient="horz" pos="1275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727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orient="horz" pos="3997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24654A68-7F7C-447A-A99C-F3CF8C60DD97}"/>
              </a:ext>
            </a:extLst>
          </p:cNvPr>
          <p:cNvSpPr>
            <a:spLocks noGrp="1"/>
          </p:cNvSpPr>
          <p:nvPr>
            <p:ph sz="half" idx="50" hasCustomPrompt="1"/>
          </p:nvPr>
        </p:nvSpPr>
        <p:spPr>
          <a:xfrm>
            <a:off x="8018651" y="4215043"/>
            <a:ext cx="3721846" cy="2121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218DEE35-CB9B-4831-9219-432C3A1E138E}"/>
              </a:ext>
            </a:extLst>
          </p:cNvPr>
          <p:cNvSpPr>
            <a:spLocks noGrp="1"/>
          </p:cNvSpPr>
          <p:nvPr>
            <p:ph type="body" idx="51" hasCustomPrompt="1"/>
          </p:nvPr>
        </p:nvSpPr>
        <p:spPr>
          <a:xfrm>
            <a:off x="8018651" y="3827888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C5C5BFC7-1AD1-447F-BBBA-7AAAFEF85434}"/>
              </a:ext>
            </a:extLst>
          </p:cNvPr>
          <p:cNvSpPr>
            <a:spLocks noGrp="1"/>
          </p:cNvSpPr>
          <p:nvPr>
            <p:ph sz="half" idx="48" hasCustomPrompt="1"/>
          </p:nvPr>
        </p:nvSpPr>
        <p:spPr>
          <a:xfrm>
            <a:off x="4208190" y="4223258"/>
            <a:ext cx="3721846" cy="2121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CA6B9E7D-9976-4DD5-B01B-4DD30441376C}"/>
              </a:ext>
            </a:extLst>
          </p:cNvPr>
          <p:cNvSpPr>
            <a:spLocks noGrp="1"/>
          </p:cNvSpPr>
          <p:nvPr>
            <p:ph type="body" idx="49" hasCustomPrompt="1"/>
          </p:nvPr>
        </p:nvSpPr>
        <p:spPr>
          <a:xfrm>
            <a:off x="4208190" y="3827888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452F0DE0-73D2-4D81-972D-70DD67DD3893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397728" y="4223258"/>
            <a:ext cx="3721846" cy="2121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31A8A945-D371-4658-8A4B-C049D6EBBA62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397728" y="3827888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5D4DD7DF-67F1-4D14-8501-2C4115251B3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8" y="1628775"/>
            <a:ext cx="11342769" cy="2160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20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6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13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66804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  <p15:guide id="2" orient="horz" pos="2387">
          <p15:clr>
            <a:srgbClr val="FBAE40"/>
          </p15:clr>
        </p15:guide>
        <p15:guide id="3" orient="horz" pos="2614">
          <p15:clr>
            <a:srgbClr val="FBAE40"/>
          </p15:clr>
        </p15:guide>
        <p15:guide id="4" orient="horz" pos="2659">
          <p15:clr>
            <a:srgbClr val="FBAE40"/>
          </p15:clr>
        </p15:guide>
        <p15:guide id="5" orient="horz" pos="3997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24654A68-7F7C-447A-A99C-F3CF8C60DD97}"/>
              </a:ext>
            </a:extLst>
          </p:cNvPr>
          <p:cNvSpPr>
            <a:spLocks noGrp="1"/>
          </p:cNvSpPr>
          <p:nvPr>
            <p:ph sz="half" idx="50" hasCustomPrompt="1"/>
          </p:nvPr>
        </p:nvSpPr>
        <p:spPr>
          <a:xfrm>
            <a:off x="8018651" y="4400550"/>
            <a:ext cx="3721846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218DEE35-CB9B-4831-9219-432C3A1E138E}"/>
              </a:ext>
            </a:extLst>
          </p:cNvPr>
          <p:cNvSpPr>
            <a:spLocks noGrp="1"/>
          </p:cNvSpPr>
          <p:nvPr>
            <p:ph type="body" idx="51" hasCustomPrompt="1"/>
          </p:nvPr>
        </p:nvSpPr>
        <p:spPr>
          <a:xfrm>
            <a:off x="8018651" y="4003648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C5C5BFC7-1AD1-447F-BBBA-7AAAFEF85434}"/>
              </a:ext>
            </a:extLst>
          </p:cNvPr>
          <p:cNvSpPr>
            <a:spLocks noGrp="1"/>
          </p:cNvSpPr>
          <p:nvPr>
            <p:ph sz="half" idx="48" hasCustomPrompt="1"/>
          </p:nvPr>
        </p:nvSpPr>
        <p:spPr>
          <a:xfrm>
            <a:off x="4208190" y="4400550"/>
            <a:ext cx="3721846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CA6B9E7D-9976-4DD5-B01B-4DD30441376C}"/>
              </a:ext>
            </a:extLst>
          </p:cNvPr>
          <p:cNvSpPr>
            <a:spLocks noGrp="1"/>
          </p:cNvSpPr>
          <p:nvPr>
            <p:ph type="body" idx="49" hasCustomPrompt="1"/>
          </p:nvPr>
        </p:nvSpPr>
        <p:spPr>
          <a:xfrm>
            <a:off x="4208190" y="4003648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452F0DE0-73D2-4D81-972D-70DD67DD3893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397728" y="4408765"/>
            <a:ext cx="3721846" cy="19364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31A8A945-D371-4658-8A4B-C049D6EBBA62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397728" y="4003648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5D4DD7DF-67F1-4D14-8501-2C4115251B3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8" y="2024063"/>
            <a:ext cx="11342769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3D89E54E-53CC-4E07-8A5E-9F7D7A2EEDA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1625793"/>
            <a:ext cx="11342769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7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2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14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8818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2796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orient="horz" pos="1275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727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orient="horz" pos="3997">
          <p15:clr>
            <a:srgbClr val="FBAE40"/>
          </p15:clr>
        </p15:guide>
        <p15:guide id="7" pos="234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3">
            <a:extLst>
              <a:ext uri="{FF2B5EF4-FFF2-40B4-BE49-F238E27FC236}">
                <a16:creationId xmlns:a16="http://schemas.microsoft.com/office/drawing/2014/main" id="{7584B3E9-63B2-4605-B250-6F7F2B9AD2C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8" y="4400550"/>
            <a:ext cx="11342769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0DB580F4-BB1E-4CF8-BD4A-81E2DF0C63A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4010338"/>
            <a:ext cx="11342769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5588ADBF-C00D-4D3E-9935-EF1ABE434B18}"/>
              </a:ext>
            </a:extLst>
          </p:cNvPr>
          <p:cNvSpPr>
            <a:spLocks noGrp="1"/>
          </p:cNvSpPr>
          <p:nvPr>
            <p:ph sz="half" idx="51" hasCustomPrompt="1"/>
          </p:nvPr>
        </p:nvSpPr>
        <p:spPr>
          <a:xfrm>
            <a:off x="8018651" y="2015847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58E2FA5F-AB0B-4F36-A5AA-94138ABAC6BE}"/>
              </a:ext>
            </a:extLst>
          </p:cNvPr>
          <p:cNvSpPr>
            <a:spLocks noGrp="1"/>
          </p:cNvSpPr>
          <p:nvPr>
            <p:ph type="body" idx="52" hasCustomPrompt="1"/>
          </p:nvPr>
        </p:nvSpPr>
        <p:spPr>
          <a:xfrm>
            <a:off x="8018651" y="1620946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3CA3EFA9-CACC-447E-AF8D-50AF0E0BDE4B}"/>
              </a:ext>
            </a:extLst>
          </p:cNvPr>
          <p:cNvSpPr>
            <a:spLocks noGrp="1"/>
          </p:cNvSpPr>
          <p:nvPr>
            <p:ph sz="half" idx="49" hasCustomPrompt="1"/>
          </p:nvPr>
        </p:nvSpPr>
        <p:spPr>
          <a:xfrm>
            <a:off x="4208190" y="2024062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31B971A6-AE13-40B7-8862-9955E8F371AE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4208190" y="1629161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3EABBC5F-F0C7-4386-A5F0-2BEF303540A8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397728" y="2024062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4D69A80A-5686-408A-9467-EDCB4D4EDD86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397728" y="1629161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7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19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14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48264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orient="horz" pos="1275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727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orient="horz" pos="3997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24654A68-7F7C-447A-A99C-F3CF8C60DD97}"/>
              </a:ext>
            </a:extLst>
          </p:cNvPr>
          <p:cNvSpPr>
            <a:spLocks noGrp="1"/>
          </p:cNvSpPr>
          <p:nvPr>
            <p:ph sz="half" idx="50" hasCustomPrompt="1"/>
          </p:nvPr>
        </p:nvSpPr>
        <p:spPr>
          <a:xfrm>
            <a:off x="8018651" y="4215043"/>
            <a:ext cx="3721846" cy="2121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218DEE35-CB9B-4831-9219-432C3A1E138E}"/>
              </a:ext>
            </a:extLst>
          </p:cNvPr>
          <p:cNvSpPr>
            <a:spLocks noGrp="1"/>
          </p:cNvSpPr>
          <p:nvPr>
            <p:ph type="body" idx="51" hasCustomPrompt="1"/>
          </p:nvPr>
        </p:nvSpPr>
        <p:spPr>
          <a:xfrm>
            <a:off x="8018651" y="381967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C5C5BFC7-1AD1-447F-BBBA-7AAAFEF85434}"/>
              </a:ext>
            </a:extLst>
          </p:cNvPr>
          <p:cNvSpPr>
            <a:spLocks noGrp="1"/>
          </p:cNvSpPr>
          <p:nvPr>
            <p:ph sz="half" idx="48" hasCustomPrompt="1"/>
          </p:nvPr>
        </p:nvSpPr>
        <p:spPr>
          <a:xfrm>
            <a:off x="4208190" y="4223258"/>
            <a:ext cx="3721846" cy="2121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CA6B9E7D-9976-4DD5-B01B-4DD30441376C}"/>
              </a:ext>
            </a:extLst>
          </p:cNvPr>
          <p:cNvSpPr>
            <a:spLocks noGrp="1"/>
          </p:cNvSpPr>
          <p:nvPr>
            <p:ph type="body" idx="49" hasCustomPrompt="1"/>
          </p:nvPr>
        </p:nvSpPr>
        <p:spPr>
          <a:xfrm>
            <a:off x="4208190" y="3827885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452F0DE0-73D2-4D81-972D-70DD67DD3893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397728" y="4223258"/>
            <a:ext cx="3721846" cy="2121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31A8A945-D371-4658-8A4B-C049D6EBBA62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397728" y="3827885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5D4DD7DF-67F1-4D14-8501-2C4115251B3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9" y="1628775"/>
            <a:ext cx="5606832" cy="2160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20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7219A0-C1B8-3176-077A-18C833F7E9C8}"/>
              </a:ext>
            </a:extLst>
          </p:cNvPr>
          <p:cNvSpPr>
            <a:spLocks noGrp="1"/>
          </p:cNvSpPr>
          <p:nvPr>
            <p:ph sz="half" idx="52" hasCustomPrompt="1"/>
          </p:nvPr>
        </p:nvSpPr>
        <p:spPr>
          <a:xfrm>
            <a:off x="6124484" y="1628775"/>
            <a:ext cx="5606832" cy="2160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20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6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14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49616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  <p15:guide id="2" orient="horz" pos="2387">
          <p15:clr>
            <a:srgbClr val="FBAE40"/>
          </p15:clr>
        </p15:guide>
        <p15:guide id="3" orient="horz" pos="2614">
          <p15:clr>
            <a:srgbClr val="FBAE40"/>
          </p15:clr>
        </p15:guide>
        <p15:guide id="4" orient="horz" pos="2659">
          <p15:clr>
            <a:srgbClr val="FBAE40"/>
          </p15:clr>
        </p15:guide>
        <p15:guide id="5" orient="horz" pos="3997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24654A68-7F7C-447A-A99C-F3CF8C60DD97}"/>
              </a:ext>
            </a:extLst>
          </p:cNvPr>
          <p:cNvSpPr>
            <a:spLocks noGrp="1"/>
          </p:cNvSpPr>
          <p:nvPr>
            <p:ph sz="half" idx="50" hasCustomPrompt="1"/>
          </p:nvPr>
        </p:nvSpPr>
        <p:spPr>
          <a:xfrm>
            <a:off x="8018651" y="4392335"/>
            <a:ext cx="3721846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218DEE35-CB9B-4831-9219-432C3A1E138E}"/>
              </a:ext>
            </a:extLst>
          </p:cNvPr>
          <p:cNvSpPr>
            <a:spLocks noGrp="1"/>
          </p:cNvSpPr>
          <p:nvPr>
            <p:ph type="body" idx="51" hasCustomPrompt="1"/>
          </p:nvPr>
        </p:nvSpPr>
        <p:spPr>
          <a:xfrm>
            <a:off x="8018651" y="4003645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C5C5BFC7-1AD1-447F-BBBA-7AAAFEF85434}"/>
              </a:ext>
            </a:extLst>
          </p:cNvPr>
          <p:cNvSpPr>
            <a:spLocks noGrp="1"/>
          </p:cNvSpPr>
          <p:nvPr>
            <p:ph sz="half" idx="48" hasCustomPrompt="1"/>
          </p:nvPr>
        </p:nvSpPr>
        <p:spPr>
          <a:xfrm>
            <a:off x="4208190" y="4400550"/>
            <a:ext cx="3721846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CA6B9E7D-9976-4DD5-B01B-4DD30441376C}"/>
              </a:ext>
            </a:extLst>
          </p:cNvPr>
          <p:cNvSpPr>
            <a:spLocks noGrp="1"/>
          </p:cNvSpPr>
          <p:nvPr>
            <p:ph type="body" idx="49" hasCustomPrompt="1"/>
          </p:nvPr>
        </p:nvSpPr>
        <p:spPr>
          <a:xfrm>
            <a:off x="4208190" y="401186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452F0DE0-73D2-4D81-972D-70DD67DD3893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397728" y="4400550"/>
            <a:ext cx="3721846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31A8A945-D371-4658-8A4B-C049D6EBBA62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397728" y="401186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5D4DD7DF-67F1-4D14-8501-2C4115251B3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8" y="2024063"/>
            <a:ext cx="5616991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3D89E54E-53CC-4E07-8A5E-9F7D7A2EEDA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1625794"/>
            <a:ext cx="5616991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8063F31F-F1FF-3779-154C-C8D08EB68E99}"/>
              </a:ext>
            </a:extLst>
          </p:cNvPr>
          <p:cNvSpPr>
            <a:spLocks noGrp="1"/>
          </p:cNvSpPr>
          <p:nvPr>
            <p:ph sz="half" idx="52" hasCustomPrompt="1"/>
          </p:nvPr>
        </p:nvSpPr>
        <p:spPr>
          <a:xfrm>
            <a:off x="6096000" y="2024063"/>
            <a:ext cx="5616991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2747DD-3FA6-8DAB-3DA5-21EEC2F86367}"/>
              </a:ext>
            </a:extLst>
          </p:cNvPr>
          <p:cNvSpPr>
            <a:spLocks noGrp="1"/>
          </p:cNvSpPr>
          <p:nvPr>
            <p:ph type="body" idx="53" hasCustomPrompt="1"/>
          </p:nvPr>
        </p:nvSpPr>
        <p:spPr>
          <a:xfrm>
            <a:off x="6096000" y="1625794"/>
            <a:ext cx="5616991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7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2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16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7624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orient="horz" pos="1275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727">
          <p15:clr>
            <a:srgbClr val="FBAE40"/>
          </p15:clr>
        </p15:guide>
        <p15:guide id="5" orient="horz" pos="3997">
          <p15:clr>
            <a:srgbClr val="FBAE40"/>
          </p15:clr>
        </p15:guide>
        <p15:guide id="6" orient="horz" pos="2772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3">
            <a:extLst>
              <a:ext uri="{FF2B5EF4-FFF2-40B4-BE49-F238E27FC236}">
                <a16:creationId xmlns:a16="http://schemas.microsoft.com/office/drawing/2014/main" id="{7584B3E9-63B2-4605-B250-6F7F2B9AD2C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7988" y="4400550"/>
            <a:ext cx="5606732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0DB580F4-BB1E-4CF8-BD4A-81E2DF0C63A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7988" y="4010342"/>
            <a:ext cx="5606732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5588ADBF-C00D-4D3E-9935-EF1ABE434B18}"/>
              </a:ext>
            </a:extLst>
          </p:cNvPr>
          <p:cNvSpPr>
            <a:spLocks noGrp="1"/>
          </p:cNvSpPr>
          <p:nvPr>
            <p:ph sz="half" idx="51" hasCustomPrompt="1"/>
          </p:nvPr>
        </p:nvSpPr>
        <p:spPr>
          <a:xfrm>
            <a:off x="8018651" y="2024063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58E2FA5F-AB0B-4F36-A5AA-94138ABAC6BE}"/>
              </a:ext>
            </a:extLst>
          </p:cNvPr>
          <p:cNvSpPr>
            <a:spLocks noGrp="1"/>
          </p:cNvSpPr>
          <p:nvPr>
            <p:ph type="body" idx="52" hasCustomPrompt="1"/>
          </p:nvPr>
        </p:nvSpPr>
        <p:spPr>
          <a:xfrm>
            <a:off x="8018651" y="1630278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3CA3EFA9-CACC-447E-AF8D-50AF0E0BDE4B}"/>
              </a:ext>
            </a:extLst>
          </p:cNvPr>
          <p:cNvSpPr>
            <a:spLocks noGrp="1"/>
          </p:cNvSpPr>
          <p:nvPr>
            <p:ph sz="half" idx="49" hasCustomPrompt="1"/>
          </p:nvPr>
        </p:nvSpPr>
        <p:spPr>
          <a:xfrm>
            <a:off x="4208190" y="2024063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31B971A6-AE13-40B7-8862-9955E8F371AE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4208190" y="1630278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3EABBC5F-F0C7-4386-A5F0-2BEF303540A8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407988" y="2024063"/>
            <a:ext cx="371158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4D69A80A-5686-408A-9467-EDCB4D4EDD86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407988" y="1630278"/>
            <a:ext cx="371158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C7B991D-9D36-0347-226D-8E4655C48B29}"/>
              </a:ext>
            </a:extLst>
          </p:cNvPr>
          <p:cNvSpPr>
            <a:spLocks noGrp="1"/>
          </p:cNvSpPr>
          <p:nvPr>
            <p:ph sz="half" idx="53" hasCustomPrompt="1"/>
          </p:nvPr>
        </p:nvSpPr>
        <p:spPr>
          <a:xfrm>
            <a:off x="6114324" y="4400550"/>
            <a:ext cx="5616992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0CBCF4A-E12E-7C78-0A84-11F7744BEACE}"/>
              </a:ext>
            </a:extLst>
          </p:cNvPr>
          <p:cNvSpPr>
            <a:spLocks noGrp="1"/>
          </p:cNvSpPr>
          <p:nvPr>
            <p:ph type="body" idx="54" hasCustomPrompt="1"/>
          </p:nvPr>
        </p:nvSpPr>
        <p:spPr>
          <a:xfrm>
            <a:off x="6114324" y="4010342"/>
            <a:ext cx="5616992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7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19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16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5770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84831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orient="horz" pos="1275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727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orient="horz" pos="3997">
          <p15:clr>
            <a:srgbClr val="FBAE40"/>
          </p15:clr>
        </p15:guide>
        <p15:guide id="7" orient="horz" pos="754">
          <p15:clr>
            <a:srgbClr val="FBAE40"/>
          </p15:clr>
        </p15:guide>
        <p15:guide id="8" pos="234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Content Placeholder 3">
            <a:extLst>
              <a:ext uri="{FF2B5EF4-FFF2-40B4-BE49-F238E27FC236}">
                <a16:creationId xmlns:a16="http://schemas.microsoft.com/office/drawing/2014/main" id="{7584B3E9-63B2-4605-B250-6F7F2B9AD2C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9" y="4389588"/>
            <a:ext cx="3721846" cy="19556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0DB580F4-BB1E-4CF8-BD4A-81E2DF0C63A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9" y="401034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49" name="Content Placeholder 3">
            <a:extLst>
              <a:ext uri="{FF2B5EF4-FFF2-40B4-BE49-F238E27FC236}">
                <a16:creationId xmlns:a16="http://schemas.microsoft.com/office/drawing/2014/main" id="{5588ADBF-C00D-4D3E-9935-EF1ABE434B18}"/>
              </a:ext>
            </a:extLst>
          </p:cNvPr>
          <p:cNvSpPr>
            <a:spLocks noGrp="1"/>
          </p:cNvSpPr>
          <p:nvPr>
            <p:ph sz="half" idx="51" hasCustomPrompt="1"/>
          </p:nvPr>
        </p:nvSpPr>
        <p:spPr>
          <a:xfrm>
            <a:off x="8018651" y="2024063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58E2FA5F-AB0B-4F36-A5AA-94138ABAC6BE}"/>
              </a:ext>
            </a:extLst>
          </p:cNvPr>
          <p:cNvSpPr>
            <a:spLocks noGrp="1"/>
          </p:cNvSpPr>
          <p:nvPr>
            <p:ph type="body" idx="52" hasCustomPrompt="1"/>
          </p:nvPr>
        </p:nvSpPr>
        <p:spPr>
          <a:xfrm>
            <a:off x="8018651" y="163028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51" name="Content Placeholder 3">
            <a:extLst>
              <a:ext uri="{FF2B5EF4-FFF2-40B4-BE49-F238E27FC236}">
                <a16:creationId xmlns:a16="http://schemas.microsoft.com/office/drawing/2014/main" id="{3CA3EFA9-CACC-447E-AF8D-50AF0E0BDE4B}"/>
              </a:ext>
            </a:extLst>
          </p:cNvPr>
          <p:cNvSpPr>
            <a:spLocks noGrp="1"/>
          </p:cNvSpPr>
          <p:nvPr>
            <p:ph sz="half" idx="49" hasCustomPrompt="1"/>
          </p:nvPr>
        </p:nvSpPr>
        <p:spPr>
          <a:xfrm>
            <a:off x="4208190" y="2024063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31B971A6-AE13-40B7-8862-9955E8F371AE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4208190" y="163028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53" name="Content Placeholder 3">
            <a:extLst>
              <a:ext uri="{FF2B5EF4-FFF2-40B4-BE49-F238E27FC236}">
                <a16:creationId xmlns:a16="http://schemas.microsoft.com/office/drawing/2014/main" id="{3EABBC5F-F0C7-4386-A5F0-2BEF303540A8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397728" y="2024063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4D69A80A-5686-408A-9467-EDCB4D4EDD86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397728" y="163028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57" name="Content Placeholder 3">
            <a:extLst>
              <a:ext uri="{FF2B5EF4-FFF2-40B4-BE49-F238E27FC236}">
                <a16:creationId xmlns:a16="http://schemas.microsoft.com/office/drawing/2014/main" id="{5243BAB5-2683-FC27-0840-90042774B979}"/>
              </a:ext>
            </a:extLst>
          </p:cNvPr>
          <p:cNvSpPr>
            <a:spLocks noGrp="1"/>
          </p:cNvSpPr>
          <p:nvPr>
            <p:ph sz="half" idx="53" hasCustomPrompt="1"/>
          </p:nvPr>
        </p:nvSpPr>
        <p:spPr>
          <a:xfrm>
            <a:off x="4235077" y="4389588"/>
            <a:ext cx="3721846" cy="19556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699ACCF4-C618-5EE9-15B6-9671CECEAFEE}"/>
              </a:ext>
            </a:extLst>
          </p:cNvPr>
          <p:cNvSpPr>
            <a:spLocks noGrp="1"/>
          </p:cNvSpPr>
          <p:nvPr>
            <p:ph type="body" idx="54" hasCustomPrompt="1"/>
          </p:nvPr>
        </p:nvSpPr>
        <p:spPr>
          <a:xfrm>
            <a:off x="4235077" y="401034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59" name="Content Placeholder 3">
            <a:extLst>
              <a:ext uri="{FF2B5EF4-FFF2-40B4-BE49-F238E27FC236}">
                <a16:creationId xmlns:a16="http://schemas.microsoft.com/office/drawing/2014/main" id="{6A54C7B4-B66F-E24F-6455-7202C8C5C0B7}"/>
              </a:ext>
            </a:extLst>
          </p:cNvPr>
          <p:cNvSpPr>
            <a:spLocks noGrp="1"/>
          </p:cNvSpPr>
          <p:nvPr>
            <p:ph sz="half" idx="55" hasCustomPrompt="1"/>
          </p:nvPr>
        </p:nvSpPr>
        <p:spPr>
          <a:xfrm>
            <a:off x="8018651" y="4389588"/>
            <a:ext cx="3721846" cy="19556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0B09CA03-8042-D719-0152-371B18C662FD}"/>
              </a:ext>
            </a:extLst>
          </p:cNvPr>
          <p:cNvSpPr>
            <a:spLocks noGrp="1"/>
          </p:cNvSpPr>
          <p:nvPr>
            <p:ph type="body" idx="56" hasCustomPrompt="1"/>
          </p:nvPr>
        </p:nvSpPr>
        <p:spPr>
          <a:xfrm>
            <a:off x="8018651" y="401034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61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6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18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40627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orient="horz" pos="1275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727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orient="horz" pos="3997">
          <p15:clr>
            <a:srgbClr val="FBAE40"/>
          </p15:clr>
        </p15:guide>
        <p15:guide id="7" pos="234">
          <p15:clr>
            <a:srgbClr val="FBAE40"/>
          </p15:clr>
        </p15:guide>
        <p15:guide id="8" orient="horz" pos="754">
          <p15:clr>
            <a:srgbClr val="FBAE40"/>
          </p15:clr>
        </p15:guide>
        <p15:guide id="9" orient="horz" pos="119">
          <p15:clr>
            <a:srgbClr val="FBAE40"/>
          </p15:clr>
        </p15:guide>
        <p15:guide id="10" orient="horz" pos="98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內頁（表格呈現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一張含有 螢幕擷取畫面, 圖形, 設計 的圖片&#10;&#10;自動產生的描述">
            <a:extLst>
              <a:ext uri="{FF2B5EF4-FFF2-40B4-BE49-F238E27FC236}">
                <a16:creationId xmlns:a16="http://schemas.microsoft.com/office/drawing/2014/main" id="{BBB0416C-20C5-2BC3-D506-25839A94B7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F378ABA5-16C5-B9E7-1DBA-33FE2EB9D165}"/>
              </a:ext>
            </a:extLst>
          </p:cNvPr>
          <p:cNvCxnSpPr>
            <a:cxnSpLocks/>
          </p:cNvCxnSpPr>
          <p:nvPr userDrawn="1"/>
        </p:nvCxnSpPr>
        <p:spPr>
          <a:xfrm>
            <a:off x="943629" y="1155639"/>
            <a:ext cx="10329796" cy="0"/>
          </a:xfrm>
          <a:prstGeom prst="line">
            <a:avLst/>
          </a:prstGeom>
          <a:ln w="12700">
            <a:solidFill>
              <a:srgbClr val="1036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版面配置區 12">
            <a:extLst>
              <a:ext uri="{FF2B5EF4-FFF2-40B4-BE49-F238E27FC236}">
                <a16:creationId xmlns:a16="http://schemas.microsoft.com/office/drawing/2014/main" id="{F01B6E24-C437-F387-95DC-E07A5E382B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3388" y="620783"/>
            <a:ext cx="2211219" cy="565149"/>
          </a:xfrm>
          <a:prstGeom prst="rect">
            <a:avLst/>
          </a:prstGeom>
        </p:spPr>
        <p:txBody>
          <a:bodyPr/>
          <a:lstStyle>
            <a:lvl1pPr marL="239994" indent="0" algn="ctr">
              <a:spcBef>
                <a:spcPts val="0"/>
              </a:spcBef>
              <a:buNone/>
              <a:defRPr sz="2933" spc="400">
                <a:solidFill>
                  <a:srgbClr val="103671"/>
                </a:solidFill>
                <a:latin typeface="思源黑體" panose="020B0500000000000000" pitchFamily="34" charset="-120"/>
                <a:ea typeface="思源黑體" panose="020B0500000000000000" pitchFamily="34" charset="-120"/>
              </a:defRPr>
            </a:lvl1pPr>
          </a:lstStyle>
          <a:p>
            <a:pPr lvl="0"/>
            <a:r>
              <a:rPr lang="zh-CN" altLang="en-US"/>
              <a:t>凱基證券</a:t>
            </a:r>
            <a:endParaRPr lang="zh-TW" altLang="en-US"/>
          </a:p>
        </p:txBody>
      </p:sp>
      <p:sp>
        <p:nvSpPr>
          <p:cNvPr id="9" name="文字版面配置區 14">
            <a:extLst>
              <a:ext uri="{FF2B5EF4-FFF2-40B4-BE49-F238E27FC236}">
                <a16:creationId xmlns:a16="http://schemas.microsoft.com/office/drawing/2014/main" id="{A467421B-394A-5B62-8748-12C3194D3C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41889" y="702140"/>
            <a:ext cx="1719969" cy="3619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33">
                <a:solidFill>
                  <a:srgbClr val="103671"/>
                </a:solidFill>
                <a:latin typeface="思源黑體" panose="020B0500000000000000" pitchFamily="34" charset="-120"/>
                <a:ea typeface="思源黑體" panose="020B0500000000000000" pitchFamily="34" charset="-120"/>
              </a:defRPr>
            </a:lvl1pPr>
          </a:lstStyle>
          <a:p>
            <a:pPr lvl="0"/>
            <a:r>
              <a:rPr lang="zh-CN" altLang="en-US"/>
              <a:t>企業報告書</a:t>
            </a:r>
            <a:endParaRPr lang="zh-TW" altLang="en-US"/>
          </a:p>
        </p:txBody>
      </p:sp>
      <p:sp>
        <p:nvSpPr>
          <p:cNvPr id="10" name="文字版面配置區 25">
            <a:extLst>
              <a:ext uri="{FF2B5EF4-FFF2-40B4-BE49-F238E27FC236}">
                <a16:creationId xmlns:a16="http://schemas.microsoft.com/office/drawing/2014/main" id="{41A0129D-9FCA-BD2C-A617-02FD7522DDF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333" y="1583138"/>
            <a:ext cx="2477745" cy="3661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solidFill>
                  <a:srgbClr val="103671"/>
                </a:solidFill>
                <a:latin typeface="思源黑體" panose="020B0500000000000000" pitchFamily="34" charset="-120"/>
                <a:ea typeface="思源黑體" panose="020B0500000000000000" pitchFamily="34" charset="-120"/>
              </a:defRPr>
            </a:lvl1pPr>
          </a:lstStyle>
          <a:p>
            <a:pPr lvl="0"/>
            <a:r>
              <a:rPr lang="zh-CN" altLang="en-US"/>
              <a:t>副標位置</a:t>
            </a:r>
            <a:endParaRPr lang="zh-TW" altLang="en-US"/>
          </a:p>
        </p:txBody>
      </p:sp>
      <p:sp>
        <p:nvSpPr>
          <p:cNvPr id="12" name="表格版面配置區 11">
            <a:extLst>
              <a:ext uri="{FF2B5EF4-FFF2-40B4-BE49-F238E27FC236}">
                <a16:creationId xmlns:a16="http://schemas.microsoft.com/office/drawing/2014/main" id="{952C1691-32B0-65FA-1FD5-E61F4C482058}"/>
              </a:ext>
            </a:extLst>
          </p:cNvPr>
          <p:cNvSpPr>
            <a:spLocks noGrp="1"/>
          </p:cNvSpPr>
          <p:nvPr>
            <p:ph type="tbl" sz="quarter" idx="17" hasCustomPrompt="1"/>
          </p:nvPr>
        </p:nvSpPr>
        <p:spPr>
          <a:xfrm>
            <a:off x="944034" y="2087034"/>
            <a:ext cx="10329333" cy="37465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>
                <a:solidFill>
                  <a:srgbClr val="103671"/>
                </a:solidFill>
                <a:latin typeface="思源黑體" panose="020B0500000000000000" pitchFamily="34" charset="-120"/>
                <a:ea typeface="思源黑體" panose="020B0500000000000000" pitchFamily="34" charset="-120"/>
              </a:defRPr>
            </a:lvl1pPr>
          </a:lstStyle>
          <a:p>
            <a:r>
              <a:rPr lang="zh-CN" altLang="en-US"/>
              <a:t>表格放置區</a:t>
            </a:r>
            <a:endParaRPr lang="zh-TW" altLang="en-US"/>
          </a:p>
        </p:txBody>
      </p:sp>
      <p:sp>
        <p:nvSpPr>
          <p:cNvPr id="16" name="投影片編號版面配置區 12">
            <a:extLst>
              <a:ext uri="{FF2B5EF4-FFF2-40B4-BE49-F238E27FC236}">
                <a16:creationId xmlns:a16="http://schemas.microsoft.com/office/drawing/2014/main" id="{A36CAEC1-3BB6-5C33-034B-B6E5A63E74A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9343712" y="5622681"/>
            <a:ext cx="2743200" cy="366183"/>
          </a:xfrm>
        </p:spPr>
        <p:txBody>
          <a:bodyPr/>
          <a:lstStyle>
            <a:lvl1pPr>
              <a:defRPr sz="1067">
                <a:solidFill>
                  <a:srgbClr val="717171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altLang="zh-TW"/>
              <a:t>P.</a:t>
            </a:r>
            <a:fld id="{FE390D7C-F731-44A5-8E06-FD5F9951EF4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923048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版型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版面配置區 7"/>
          <p:cNvSpPr>
            <a:spLocks noGrp="1"/>
          </p:cNvSpPr>
          <p:nvPr>
            <p:ph type="body" sz="quarter" idx="15" hasCustomPrompt="1"/>
          </p:nvPr>
        </p:nvSpPr>
        <p:spPr>
          <a:xfrm>
            <a:off x="334965" y="6172494"/>
            <a:ext cx="10725641" cy="20251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FontTx/>
              <a:buNone/>
              <a:defRPr sz="731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zh-TW" altLang="en-US"/>
              <a:t>註解樣式</a:t>
            </a:r>
            <a:r>
              <a:rPr lang="en-US" altLang="zh-TW"/>
              <a:t>(</a:t>
            </a:r>
            <a:r>
              <a:rPr lang="zh-TW" altLang="en-US"/>
              <a:t>微軟正黑體</a:t>
            </a:r>
            <a:r>
              <a:rPr lang="en-US" altLang="zh-TW"/>
              <a:t>/ Arial/ Size9)</a:t>
            </a:r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FE077545-8B50-2994-D2D5-F8BDBBD57E6E}"/>
              </a:ext>
            </a:extLst>
          </p:cNvPr>
          <p:cNvCxnSpPr>
            <a:cxnSpLocks/>
          </p:cNvCxnSpPr>
          <p:nvPr userDrawn="1"/>
        </p:nvCxnSpPr>
        <p:spPr>
          <a:xfrm>
            <a:off x="334965" y="1162092"/>
            <a:ext cx="11522075" cy="0"/>
          </a:xfrm>
          <a:prstGeom prst="line">
            <a:avLst/>
          </a:prstGeom>
          <a:ln w="12700">
            <a:solidFill>
              <a:srgbClr val="1036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80DF450-408D-554F-CB1F-87721C09A3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2547" y="67862"/>
            <a:ext cx="5504492" cy="226295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lnSpc>
                <a:spcPts val="1139"/>
              </a:lnSpc>
              <a:spcBef>
                <a:spcPts val="0"/>
              </a:spcBef>
              <a:defRPr sz="813" baseline="0">
                <a:solidFill>
                  <a:schemeClr val="bg2"/>
                </a:solidFill>
                <a:latin typeface="+mn-lt"/>
              </a:defRPr>
            </a:lvl1pPr>
            <a:lvl2pPr marL="197152" indent="0">
              <a:buNone/>
              <a:defRPr/>
            </a:lvl2pPr>
          </a:lstStyle>
          <a:p>
            <a:pPr lvl="0"/>
            <a:r>
              <a:rPr lang="zh-TW" altLang="en-US"/>
              <a:t>章節標題</a:t>
            </a:r>
            <a:r>
              <a:rPr lang="en-US" altLang="zh-TW"/>
              <a:t>(</a:t>
            </a:r>
            <a:r>
              <a:rPr lang="zh-TW" altLang="en-US"/>
              <a:t>微軟正黑體</a:t>
            </a:r>
            <a:r>
              <a:rPr lang="en-US" altLang="zh-TW"/>
              <a:t>/ Arial/ Size10)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17" hasCustomPrompt="1"/>
          </p:nvPr>
        </p:nvSpPr>
        <p:spPr>
          <a:xfrm>
            <a:off x="334963" y="1341438"/>
            <a:ext cx="11522076" cy="4716463"/>
          </a:xfrm>
          <a:prstGeom prst="rect">
            <a:avLst/>
          </a:prstGeom>
        </p:spPr>
        <p:txBody>
          <a:bodyPr lIns="0" tIns="0" rIns="0" bIns="0"/>
          <a:lstStyle>
            <a:lvl1pPr marL="380990" indent="-380990">
              <a:lnSpc>
                <a:spcPts val="1788"/>
              </a:lnSpc>
              <a:spcBef>
                <a:spcPts val="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1139" baseline="0">
                <a:solidFill>
                  <a:schemeClr val="bg2"/>
                </a:solidFill>
                <a:latin typeface="+mn-lt"/>
              </a:defRPr>
            </a:lvl1pPr>
            <a:lvl2pPr marL="219268" indent="-219268">
              <a:lnSpc>
                <a:spcPts val="1788"/>
              </a:lnSpc>
              <a:spcBef>
                <a:spcPts val="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1139" baseline="0">
                <a:solidFill>
                  <a:schemeClr val="bg2"/>
                </a:solidFill>
                <a:latin typeface="+mn-lt"/>
              </a:defRPr>
            </a:lvl2pPr>
            <a:lvl3pPr marL="219268" indent="-219268">
              <a:lnSpc>
                <a:spcPts val="1788"/>
              </a:lnSpc>
              <a:spcBef>
                <a:spcPts val="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1139" baseline="0">
                <a:solidFill>
                  <a:schemeClr val="bg2"/>
                </a:solidFill>
                <a:latin typeface="+mn-lt"/>
              </a:defRPr>
            </a:lvl3pPr>
            <a:lvl4pPr marL="219268" indent="-219268">
              <a:lnSpc>
                <a:spcPts val="1788"/>
              </a:lnSpc>
              <a:spcBef>
                <a:spcPts val="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1139" baseline="0">
                <a:solidFill>
                  <a:schemeClr val="bg2"/>
                </a:solidFill>
                <a:latin typeface="+mn-lt"/>
              </a:defRPr>
            </a:lvl4pPr>
            <a:lvl5pPr marL="219268" indent="-219268">
              <a:lnSpc>
                <a:spcPts val="1788"/>
              </a:lnSpc>
              <a:spcBef>
                <a:spcPts val="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1139" baseline="0">
                <a:solidFill>
                  <a:schemeClr val="bg2"/>
                </a:solidFill>
                <a:latin typeface="+mn-lt"/>
              </a:defRPr>
            </a:lvl5pPr>
          </a:lstStyle>
          <a:p>
            <a:r>
              <a:rPr lang="zh-TW" altLang="en-US" sz="1300" b="1">
                <a:solidFill>
                  <a:schemeClr val="accent1"/>
                </a:solidFill>
                <a:ea typeface="微軟正黑體" panose="020B0604030504040204" pitchFamily="34" charset="-120"/>
              </a:rPr>
              <a:t>內文標題</a:t>
            </a:r>
            <a:r>
              <a:rPr lang="en-US" altLang="zh-TW" sz="1300" b="1">
                <a:solidFill>
                  <a:schemeClr val="accent1"/>
                </a:solidFill>
                <a:ea typeface="微軟正黑體" panose="020B0604030504040204" pitchFamily="34" charset="-120"/>
              </a:rPr>
              <a:t>(</a:t>
            </a:r>
            <a:r>
              <a:rPr lang="zh-TW" altLang="en-US" sz="1300" b="1">
                <a:solidFill>
                  <a:schemeClr val="accent1"/>
                </a:solidFill>
                <a:ea typeface="微軟正黑體" panose="020B0604030504040204" pitchFamily="34" charset="-120"/>
              </a:rPr>
              <a:t>微軟正黑體</a:t>
            </a:r>
            <a:r>
              <a:rPr lang="en-US" altLang="zh-TW" sz="1300" b="1">
                <a:solidFill>
                  <a:schemeClr val="accent1"/>
                </a:solidFill>
                <a:ea typeface="微軟正黑體" panose="020B0604030504040204" pitchFamily="34" charset="-120"/>
              </a:rPr>
              <a:t>Bold/ Arial Bold/ Size16/ </a:t>
            </a:r>
            <a:r>
              <a:rPr lang="zh-TW" altLang="en-US" sz="1300" b="1">
                <a:solidFill>
                  <a:schemeClr val="accent1"/>
                </a:solidFill>
                <a:ea typeface="微軟正黑體" panose="020B0604030504040204" pitchFamily="34" charset="-120"/>
              </a:rPr>
              <a:t>行距</a:t>
            </a:r>
            <a:r>
              <a:rPr lang="en-US" altLang="zh-TW" sz="1300" b="1">
                <a:solidFill>
                  <a:schemeClr val="accent1"/>
                </a:solidFill>
                <a:ea typeface="微軟正黑體" panose="020B0604030504040204" pitchFamily="34" charset="-120"/>
              </a:rPr>
              <a:t>- </a:t>
            </a:r>
            <a:r>
              <a:rPr lang="zh-TW" altLang="en-US" sz="1300" b="1">
                <a:solidFill>
                  <a:schemeClr val="accent1"/>
                </a:solidFill>
                <a:ea typeface="微軟正黑體" panose="020B0604030504040204" pitchFamily="34" charset="-120"/>
              </a:rPr>
              <a:t>固定行高</a:t>
            </a:r>
            <a:r>
              <a:rPr lang="en-US" altLang="zh-TW" sz="1300" b="1">
                <a:solidFill>
                  <a:schemeClr val="accent1"/>
                </a:solidFill>
                <a:ea typeface="微軟正黑體" panose="020B0604030504040204" pitchFamily="34" charset="-120"/>
              </a:rPr>
              <a:t>22pt)</a:t>
            </a:r>
            <a:endParaRPr lang="zh-TW" altLang="en-US" sz="1300" b="1">
              <a:solidFill>
                <a:schemeClr val="accent1"/>
              </a:solidFill>
              <a:ea typeface="微軟正黑體" panose="020B0604030504040204" pitchFamily="34" charset="-120"/>
            </a:endParaRPr>
          </a:p>
          <a:p>
            <a:r>
              <a:rPr lang="zh-TW" altLang="en-US"/>
              <a:t>內文</a:t>
            </a:r>
            <a:r>
              <a:rPr lang="en-US" altLang="zh-TW"/>
              <a:t>(</a:t>
            </a:r>
            <a:r>
              <a:rPr lang="zh-TW" altLang="en-US"/>
              <a:t>微軟正黑體</a:t>
            </a:r>
            <a:r>
              <a:rPr lang="en-US" altLang="zh-TW"/>
              <a:t>/ Arial/ Size14/ </a:t>
            </a:r>
            <a:r>
              <a:rPr lang="zh-TW" altLang="en-US"/>
              <a:t>行距</a:t>
            </a:r>
            <a:r>
              <a:rPr lang="en-US" altLang="zh-TW"/>
              <a:t>-</a:t>
            </a:r>
            <a:r>
              <a:rPr lang="zh-TW" altLang="en-US"/>
              <a:t> 固定行高</a:t>
            </a:r>
            <a:r>
              <a:rPr lang="en-US" altLang="zh-TW"/>
              <a:t>22pt)</a:t>
            </a:r>
          </a:p>
          <a:p>
            <a:r>
              <a:rPr lang="zh-TW" altLang="en-US"/>
              <a:t>內文</a:t>
            </a:r>
            <a:r>
              <a:rPr lang="en-US" altLang="zh-TW"/>
              <a:t>(</a:t>
            </a:r>
            <a:r>
              <a:rPr lang="zh-TW" altLang="en-US"/>
              <a:t>微軟正黑體</a:t>
            </a:r>
            <a:r>
              <a:rPr lang="en-US" altLang="zh-TW"/>
              <a:t>/ Arial/ Size14/ </a:t>
            </a:r>
            <a:r>
              <a:rPr lang="zh-TW" altLang="en-US"/>
              <a:t>行距</a:t>
            </a:r>
            <a:r>
              <a:rPr lang="en-US" altLang="zh-TW"/>
              <a:t>-</a:t>
            </a:r>
            <a:r>
              <a:rPr lang="zh-TW" altLang="en-US"/>
              <a:t> 固定行高</a:t>
            </a:r>
            <a:r>
              <a:rPr lang="en-US" altLang="zh-TW"/>
              <a:t>22pt)</a:t>
            </a: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n"/>
            </a:pPr>
            <a:r>
              <a:rPr lang="zh-TW" altLang="en-US"/>
              <a:t>列點內文</a:t>
            </a:r>
            <a:r>
              <a:rPr lang="en-US" altLang="zh-TW"/>
              <a:t>(</a:t>
            </a:r>
            <a:r>
              <a:rPr lang="zh-TW" altLang="en-US"/>
              <a:t>微軟正黑體</a:t>
            </a:r>
            <a:r>
              <a:rPr lang="en-US" altLang="zh-TW"/>
              <a:t>/ Arial/ Size14/ </a:t>
            </a:r>
            <a:r>
              <a:rPr lang="zh-TW" altLang="en-US"/>
              <a:t>行距</a:t>
            </a:r>
            <a:r>
              <a:rPr lang="en-US" altLang="zh-TW"/>
              <a:t>-</a:t>
            </a:r>
            <a:r>
              <a:rPr lang="zh-TW" altLang="en-US"/>
              <a:t> 固定行高</a:t>
            </a:r>
            <a:r>
              <a:rPr lang="en-US" altLang="zh-TW"/>
              <a:t>22pt)</a:t>
            </a: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n"/>
            </a:pPr>
            <a:r>
              <a:rPr lang="zh-TW" altLang="en-US"/>
              <a:t>列點內文</a:t>
            </a:r>
            <a:r>
              <a:rPr lang="en-US" altLang="zh-TW"/>
              <a:t>(</a:t>
            </a:r>
            <a:r>
              <a:rPr lang="zh-TW" altLang="en-US"/>
              <a:t>微軟正黑體</a:t>
            </a:r>
            <a:r>
              <a:rPr lang="en-US" altLang="zh-TW"/>
              <a:t>/ Arial/ Size14/ </a:t>
            </a:r>
            <a:r>
              <a:rPr lang="zh-TW" altLang="en-US"/>
              <a:t>行距</a:t>
            </a:r>
            <a:r>
              <a:rPr lang="en-US" altLang="zh-TW"/>
              <a:t>-</a:t>
            </a:r>
            <a:r>
              <a:rPr lang="zh-TW" altLang="en-US"/>
              <a:t> 固定行高</a:t>
            </a:r>
            <a:r>
              <a:rPr lang="en-US" altLang="zh-TW"/>
              <a:t>22pt)</a:t>
            </a:r>
          </a:p>
        </p:txBody>
      </p:sp>
      <p:sp>
        <p:nvSpPr>
          <p:cNvPr id="10" name="文字版面配置區 9"/>
          <p:cNvSpPr>
            <a:spLocks noGrp="1"/>
          </p:cNvSpPr>
          <p:nvPr>
            <p:ph type="body" sz="quarter" idx="18" hasCustomPrompt="1"/>
          </p:nvPr>
        </p:nvSpPr>
        <p:spPr>
          <a:xfrm>
            <a:off x="334801" y="360003"/>
            <a:ext cx="11522239" cy="333019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2439"/>
              </a:lnSpc>
              <a:spcBef>
                <a:spcPts val="0"/>
              </a:spcBef>
              <a:defRPr sz="2275" b="1" baseline="0">
                <a:solidFill>
                  <a:schemeClr val="bg2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zh-TW" altLang="en-US"/>
              <a:t>標題</a:t>
            </a:r>
            <a:r>
              <a:rPr lang="en-US" altLang="zh-TW"/>
              <a:t>(</a:t>
            </a:r>
            <a:r>
              <a:rPr lang="zh-TW" altLang="en-US"/>
              <a:t>微軟正黑體</a:t>
            </a:r>
            <a:r>
              <a:rPr lang="en-US" altLang="zh-TW"/>
              <a:t>BOLD/ Arial/ Size28)</a:t>
            </a:r>
          </a:p>
          <a:p>
            <a:pPr lvl="0"/>
            <a:endParaRPr lang="zh-TW" alt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sz="quarter" idx="19" hasCustomPrompt="1"/>
          </p:nvPr>
        </p:nvSpPr>
        <p:spPr>
          <a:xfrm>
            <a:off x="334963" y="788403"/>
            <a:ext cx="11522076" cy="289629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1951"/>
              </a:lnSpc>
              <a:spcBef>
                <a:spcPts val="0"/>
              </a:spcBef>
              <a:defRPr sz="1463" b="1" baseline="0">
                <a:solidFill>
                  <a:schemeClr val="bg2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zh-TW" altLang="en-US"/>
              <a:t>副標</a:t>
            </a:r>
            <a:r>
              <a:rPr lang="en-US" altLang="zh-TW"/>
              <a:t>(</a:t>
            </a:r>
            <a:r>
              <a:rPr lang="zh-TW" altLang="en-US"/>
              <a:t>微軟正黑體</a:t>
            </a:r>
            <a:r>
              <a:rPr lang="en-US" altLang="zh-TW"/>
              <a:t>Bold/ Arial Bold/ Size18)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63915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theme" Target="../theme/theme1.xml"/><Relationship Id="rId44" Type="http://schemas.openxmlformats.org/officeDocument/2006/relationships/image" Target="../media/image1.jpeg"/><Relationship Id="rId45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7">
            <a:extLst>
              <a:ext uri="{FF2B5EF4-FFF2-40B4-BE49-F238E27FC236}">
                <a16:creationId xmlns:a16="http://schemas.microsoft.com/office/drawing/2014/main" id="{D010357D-4661-5BCD-578C-B51C051AA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53198" y="6377755"/>
            <a:ext cx="2392881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GB" altLang="zh-TW" sz="1100" b="1" baseline="0">
                <a:solidFill>
                  <a:srgbClr val="00377B"/>
                </a:solidFill>
                <a:latin typeface="+mn-lt"/>
                <a:ea typeface="+mn-ea"/>
              </a:rPr>
              <a:t>←</a:t>
            </a:r>
          </a:p>
          <a:p>
            <a:pPr eaLnBrk="1" hangingPunct="1">
              <a:defRPr/>
            </a:pPr>
            <a:r>
              <a:rPr lang="zh-TW" altLang="en-US" sz="1100" b="1" baseline="0">
                <a:solidFill>
                  <a:srgbClr val="00377B"/>
                </a:solidFill>
                <a:latin typeface="+mn-lt"/>
                <a:ea typeface="+mn-ea"/>
              </a:rPr>
              <a:t>請勿遮蔽品牌標誌</a:t>
            </a:r>
            <a:endParaRPr lang="en-GB" altLang="zh-TW" sz="1100" b="1" baseline="0">
              <a:solidFill>
                <a:srgbClr val="00377B"/>
              </a:solidFill>
              <a:latin typeface="+mn-lt"/>
              <a:ea typeface="+mn-ea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zh-TW" sz="1100" b="1" baseline="0">
                <a:solidFill>
                  <a:srgbClr val="00377B"/>
                </a:solidFill>
                <a:latin typeface="+mn-lt"/>
                <a:ea typeface="+mn-ea"/>
              </a:rPr>
              <a:t>←</a:t>
            </a:r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61ED8FB1-F04A-E202-F3FB-6344E36C172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3739" y="789321"/>
            <a:ext cx="11431385" cy="0"/>
          </a:xfrm>
          <a:prstGeom prst="line">
            <a:avLst/>
          </a:prstGeom>
          <a:noFill/>
          <a:ln w="12700">
            <a:solidFill>
              <a:srgbClr val="00368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800"/>
          </a:p>
        </p:txBody>
      </p:sp>
      <p:sp>
        <p:nvSpPr>
          <p:cNvPr id="10" name="Rectangle 16">
            <a:extLst>
              <a:ext uri="{FF2B5EF4-FFF2-40B4-BE49-F238E27FC236}">
                <a16:creationId xmlns:a16="http://schemas.microsoft.com/office/drawing/2014/main" id="{1BE3D5AD-E6C4-1426-1947-D7C5C1D61C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81846" y="5997333"/>
            <a:ext cx="310154" cy="233670"/>
          </a:xfrm>
          <a:prstGeom prst="rect">
            <a:avLst/>
          </a:prstGeom>
          <a:solidFill>
            <a:srgbClr val="D9F1FF"/>
          </a:solidFill>
          <a:ln>
            <a:noFill/>
          </a:ln>
        </p:spPr>
        <p:txBody>
          <a:bodyPr lIns="54000" tIns="0" rIns="0" bIns="0"/>
          <a:lstStyle>
            <a:lvl1pPr eaLnBrk="0" hangingPunct="0">
              <a:defRPr kumimoji="1" sz="1600">
                <a:solidFill>
                  <a:srgbClr val="737373"/>
                </a:solidFill>
                <a:latin typeface="Frutiger 47LightCn"/>
                <a:ea typeface="文鼎新細黑" pitchFamily="49" charset="-120"/>
              </a:defRPr>
            </a:lvl1pPr>
            <a:lvl2pPr marL="742950" indent="-285750" eaLnBrk="0" hangingPunct="0">
              <a:defRPr kumimoji="1" sz="1600">
                <a:solidFill>
                  <a:srgbClr val="737373"/>
                </a:solidFill>
                <a:latin typeface="Frutiger 47LightCn"/>
                <a:ea typeface="文鼎新細黑" pitchFamily="49" charset="-120"/>
              </a:defRPr>
            </a:lvl2pPr>
            <a:lvl3pPr marL="1143000" indent="-228600" eaLnBrk="0" hangingPunct="0">
              <a:defRPr kumimoji="1" sz="1600">
                <a:solidFill>
                  <a:srgbClr val="737373"/>
                </a:solidFill>
                <a:latin typeface="Frutiger 47LightCn"/>
                <a:ea typeface="文鼎新細黑" pitchFamily="49" charset="-120"/>
              </a:defRPr>
            </a:lvl3pPr>
            <a:lvl4pPr marL="1600200" indent="-228600" eaLnBrk="0" hangingPunct="0">
              <a:defRPr kumimoji="1" sz="1600">
                <a:solidFill>
                  <a:srgbClr val="737373"/>
                </a:solidFill>
                <a:latin typeface="Frutiger 47LightCn"/>
                <a:ea typeface="文鼎新細黑" pitchFamily="49" charset="-120"/>
              </a:defRPr>
            </a:lvl4pPr>
            <a:lvl5pPr marL="2057400" indent="-228600" eaLnBrk="0" hangingPunct="0">
              <a:defRPr kumimoji="1" sz="1600">
                <a:solidFill>
                  <a:srgbClr val="737373"/>
                </a:solidFill>
                <a:latin typeface="Frutiger 47LightCn"/>
                <a:ea typeface="文鼎新細黑" pitchFamily="49" charset="-120"/>
              </a:defRPr>
            </a:lvl5pPr>
            <a:lvl6pPr marL="2514600" indent="-228600" algn="just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D56C2A"/>
              </a:buClr>
              <a:buSzPct val="90000"/>
              <a:defRPr kumimoji="1" sz="1600">
                <a:solidFill>
                  <a:srgbClr val="737373"/>
                </a:solidFill>
                <a:latin typeface="Frutiger 47LightCn"/>
                <a:ea typeface="文鼎新細黑" pitchFamily="49" charset="-120"/>
              </a:defRPr>
            </a:lvl6pPr>
            <a:lvl7pPr marL="2971800" indent="-228600" algn="just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D56C2A"/>
              </a:buClr>
              <a:buSzPct val="90000"/>
              <a:defRPr kumimoji="1" sz="1600">
                <a:solidFill>
                  <a:srgbClr val="737373"/>
                </a:solidFill>
                <a:latin typeface="Frutiger 47LightCn"/>
                <a:ea typeface="文鼎新細黑" pitchFamily="49" charset="-120"/>
              </a:defRPr>
            </a:lvl7pPr>
            <a:lvl8pPr marL="3429000" indent="-228600" algn="just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D56C2A"/>
              </a:buClr>
              <a:buSzPct val="90000"/>
              <a:defRPr kumimoji="1" sz="1600">
                <a:solidFill>
                  <a:srgbClr val="737373"/>
                </a:solidFill>
                <a:latin typeface="Frutiger 47LightCn"/>
                <a:ea typeface="文鼎新細黑" pitchFamily="49" charset="-120"/>
              </a:defRPr>
            </a:lvl8pPr>
            <a:lvl9pPr marL="3886200" indent="-228600" algn="just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D56C2A"/>
              </a:buClr>
              <a:buSzPct val="90000"/>
              <a:defRPr kumimoji="1" sz="1600">
                <a:solidFill>
                  <a:srgbClr val="737373"/>
                </a:solidFill>
                <a:latin typeface="Frutiger 47LightCn"/>
                <a:ea typeface="文鼎新細黑" pitchFamily="49" charset="-120"/>
              </a:defRPr>
            </a:lvl9pPr>
          </a:lstStyle>
          <a:p>
            <a:pPr algn="just" eaLnBrk="1" hangingPunct="1">
              <a:defRPr/>
            </a:pPr>
            <a:fld id="{3A06688C-8A71-4C26-9DF0-BC8547FBA8DD}" type="slidenum">
              <a:rPr lang="en-US" altLang="zh-TW" sz="1600" baseline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pPr algn="just" eaLnBrk="1" hangingPunct="1">
                <a:defRPr/>
              </a:pPr>
              <a:t>‹#›</a:t>
            </a:fld>
            <a:endParaRPr lang="en-US" altLang="zh-TW" sz="1600" baseline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Line 10">
            <a:extLst>
              <a:ext uri="{FF2B5EF4-FFF2-40B4-BE49-F238E27FC236}">
                <a16:creationId xmlns:a16="http://schemas.microsoft.com/office/drawing/2014/main" id="{9A7D5925-9BBE-FE6F-FD7D-CB86CCD53C1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3739" y="6415350"/>
            <a:ext cx="11431383" cy="0"/>
          </a:xfrm>
          <a:prstGeom prst="line">
            <a:avLst/>
          </a:prstGeom>
          <a:noFill/>
          <a:ln w="12700">
            <a:solidFill>
              <a:srgbClr val="00368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800"/>
          </a:p>
        </p:txBody>
      </p:sp>
      <p:sp>
        <p:nvSpPr>
          <p:cNvPr id="4" name="Rectangle 47">
            <a:extLst>
              <a:ext uri="{FF2B5EF4-FFF2-40B4-BE49-F238E27FC236}">
                <a16:creationId xmlns:a16="http://schemas.microsoft.com/office/drawing/2014/main" id="{D6D4E521-F499-AF68-FF7D-3A638C99BBF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621191" y="7872817"/>
            <a:ext cx="2392881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GB" altLang="zh-TW" sz="1100" b="1" baseline="0">
                <a:solidFill>
                  <a:srgbClr val="00377B"/>
                </a:solidFill>
                <a:latin typeface="+mn-lt"/>
                <a:ea typeface="+mn-ea"/>
              </a:rPr>
              <a:t>←</a:t>
            </a:r>
          </a:p>
          <a:p>
            <a:pPr eaLnBrk="1" hangingPunct="1">
              <a:defRPr/>
            </a:pPr>
            <a:r>
              <a:rPr lang="zh-TW" altLang="en-US" sz="1100" b="1" baseline="0">
                <a:solidFill>
                  <a:srgbClr val="00377B"/>
                </a:solidFill>
                <a:latin typeface="+mn-lt"/>
                <a:ea typeface="+mn-ea"/>
              </a:rPr>
              <a:t>請勿遮蔽品牌標誌</a:t>
            </a:r>
            <a:endParaRPr lang="en-GB" altLang="zh-TW" sz="1100" b="1" baseline="0">
              <a:solidFill>
                <a:srgbClr val="00377B"/>
              </a:solidFill>
              <a:latin typeface="+mn-lt"/>
              <a:ea typeface="+mn-ea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zh-TW" sz="1100" b="1" baseline="0">
                <a:solidFill>
                  <a:srgbClr val="00377B"/>
                </a:solidFill>
                <a:latin typeface="+mn-lt"/>
                <a:ea typeface="+mn-ea"/>
              </a:rPr>
              <a:t>←</a:t>
            </a:r>
          </a:p>
        </p:txBody>
      </p:sp>
      <p:sp>
        <p:nvSpPr>
          <p:cNvPr id="13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9" y="6437589"/>
            <a:ext cx="9230378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  <p:pic>
        <p:nvPicPr>
          <p:cNvPr id="2" name="圖片 1" descr="一張含有 螢幕擷取畫面, 圖形, 字型, 文字 的圖片&#10;&#10;AI 產生的內容可能不正確。">
            <a:extLst>
              <a:ext uri="{FF2B5EF4-FFF2-40B4-BE49-F238E27FC236}">
                <a16:creationId xmlns:a16="http://schemas.microsoft.com/office/drawing/2014/main" id="{A142C6C8-979F-2A51-F159-6CC12369D203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9609642" y="6343628"/>
            <a:ext cx="2431111" cy="560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924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50" r:id="rId2"/>
    <p:sldLayoutId id="2147483703" r:id="rId3"/>
    <p:sldLayoutId id="2147483660" r:id="rId4"/>
    <p:sldLayoutId id="2147483696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5" r:id="rId17"/>
    <p:sldLayoutId id="2147483716" r:id="rId18"/>
    <p:sldLayoutId id="2147483717" r:id="rId19"/>
    <p:sldLayoutId id="2147483718" r:id="rId20"/>
    <p:sldLayoutId id="2147483719" r:id="rId21"/>
    <p:sldLayoutId id="2147483720" r:id="rId22"/>
    <p:sldLayoutId id="2147483721" r:id="rId23"/>
    <p:sldLayoutId id="2147483722" r:id="rId24"/>
    <p:sldLayoutId id="2147483723" r:id="rId25"/>
    <p:sldLayoutId id="2147483724" r:id="rId26"/>
    <p:sldLayoutId id="2147483725" r:id="rId27"/>
    <p:sldLayoutId id="2147483726" r:id="rId28"/>
    <p:sldLayoutId id="2147483727" r:id="rId29"/>
    <p:sldLayoutId id="2147483728" r:id="rId30"/>
    <p:sldLayoutId id="2147483729" r:id="rId31"/>
    <p:sldLayoutId id="2147483730" r:id="rId32"/>
    <p:sldLayoutId id="2147483731" r:id="rId33"/>
    <p:sldLayoutId id="2147483732" r:id="rId34"/>
    <p:sldLayoutId id="2147483733" r:id="rId35"/>
    <p:sldLayoutId id="2147483734" r:id="rId36"/>
    <p:sldLayoutId id="2147483735" r:id="rId37"/>
    <p:sldLayoutId id="2147483736" r:id="rId38"/>
    <p:sldLayoutId id="2147483737" r:id="rId39"/>
    <p:sldLayoutId id="2147483738" r:id="rId40"/>
    <p:sldLayoutId id="2147483739" r:id="rId41"/>
    <p:sldLayoutId id="2147483740" r:id="rId4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佈景主題3">
  <a:themeElements>
    <a:clrScheme name="品牌顏色v4">
      <a:dk1>
        <a:srgbClr val="000000"/>
      </a:dk1>
      <a:lt1>
        <a:srgbClr val="FFFFFF"/>
      </a:lt1>
      <a:dk2>
        <a:srgbClr val="234976"/>
      </a:dk2>
      <a:lt2>
        <a:srgbClr val="FFFAF6"/>
      </a:lt2>
      <a:accent1>
        <a:srgbClr val="0065B2"/>
      </a:accent1>
      <a:accent2>
        <a:srgbClr val="FFAF78"/>
      </a:accent2>
      <a:accent3>
        <a:srgbClr val="E83F0A"/>
      </a:accent3>
      <a:accent4>
        <a:srgbClr val="A36C14"/>
      </a:accent4>
      <a:accent5>
        <a:srgbClr val="4DB848"/>
      </a:accent5>
      <a:accent6>
        <a:srgbClr val="713C93"/>
      </a:accent6>
      <a:hlink>
        <a:srgbClr val="2DB7FF"/>
      </a:hlink>
      <a:folHlink>
        <a:srgbClr val="954F72"/>
      </a:folHlink>
    </a:clrScheme>
    <a:fontScheme name="KGI">
      <a:majorFont>
        <a:latin typeface="Calibri"/>
        <a:ea typeface="微軟正黑體"/>
        <a:cs typeface=""/>
      </a:majorFont>
      <a:minorFont>
        <a:latin typeface="Calibri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佈景主題3" id="{99230912-EC4A-D44D-8896-138DCE89FCDF}" vid="{1C06976D-9AC1-B042-81C6-58295AD82A4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21360C6CCFF5A42BE2217CAE4812773" ma:contentTypeVersion="17" ma:contentTypeDescription="Create a new document." ma:contentTypeScope="" ma:versionID="106305f8038346a9e7b20d6b55fd290f">
  <xsd:schema xmlns:xsd="http://www.w3.org/2001/XMLSchema" xmlns:xs="http://www.w3.org/2001/XMLSchema" xmlns:p="http://schemas.microsoft.com/office/2006/metadata/properties" xmlns:ns3="f037563e-43bd-494c-b488-a46eea011db2" xmlns:ns4="77fc565e-dc3a-4332-ae64-7f55681cb985" targetNamespace="http://schemas.microsoft.com/office/2006/metadata/properties" ma:root="true" ma:fieldsID="4aaa86d2de3b3f99602aea57602a7955" ns3:_="" ns4:_="">
    <xsd:import namespace="f037563e-43bd-494c-b488-a46eea011db2"/>
    <xsd:import namespace="77fc565e-dc3a-4332-ae64-7f55681cb985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AutoKeyPoints" minOccurs="0"/>
                <xsd:element ref="ns4:MediaServiceKeyPoints" minOccurs="0"/>
                <xsd:element ref="ns4:_activity" minOccurs="0"/>
                <xsd:element ref="ns4:MediaServiceObjectDetectorVersions" minOccurs="0"/>
                <xsd:element ref="ns4:MediaLengthInSeconds" minOccurs="0"/>
                <xsd:element ref="ns4:MediaServiceSystemTag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37563e-43bd-494c-b488-a46eea011db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fc565e-dc3a-4332-ae64-7f55681cb98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7fc565e-dc3a-4332-ae64-7f55681cb985" xsi:nil="true"/>
  </documentManagement>
</p:properties>
</file>

<file path=customXml/itemProps1.xml><?xml version="1.0" encoding="utf-8"?>
<ds:datastoreItem xmlns:ds="http://schemas.openxmlformats.org/officeDocument/2006/customXml" ds:itemID="{76461243-F3F5-4F11-8731-E8F807F1525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3CBE13B-F6A0-4C91-898A-0F7F56A9698E}">
  <ds:schemaRefs>
    <ds:schemaRef ds:uri="77fc565e-dc3a-4332-ae64-7f55681cb985"/>
    <ds:schemaRef ds:uri="f037563e-43bd-494c-b488-a46eea011db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E849499-8924-4217-B474-9C125CE23669}">
  <ds:schemaRefs>
    <ds:schemaRef ds:uri="http://schemas.microsoft.com/office/2006/documentManagement/types"/>
    <ds:schemaRef ds:uri="http://www.w3.org/XML/1998/namespace"/>
    <ds:schemaRef ds:uri="http://purl.org/dc/dcmitype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77fc565e-dc3a-4332-ae64-7f55681cb985"/>
    <ds:schemaRef ds:uri="f037563e-43bd-494c-b488-a46eea011db2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證券_藍_簡報模板（Final）</Template>
  <TotalTime>93064</TotalTime>
  <Words>682</Words>
  <Application>Microsoft Office PowerPoint</Application>
  <PresentationFormat>寬螢幕</PresentationFormat>
  <Paragraphs>43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5" baseType="lpstr">
      <vt:lpstr>思源黑體</vt:lpstr>
      <vt:lpstr>微軟正黑體</vt:lpstr>
      <vt:lpstr>Arial</vt:lpstr>
      <vt:lpstr>Calibri</vt:lpstr>
      <vt:lpstr>Montserrat</vt:lpstr>
      <vt:lpstr>Symbol</vt:lpstr>
      <vt:lpstr>Times New Roman</vt:lpstr>
      <vt:lpstr>Wingdings</vt:lpstr>
      <vt:lpstr>佈景主題3</vt:lpstr>
      <vt:lpstr>基於多模型共識記憶遞延機制之 全球多資產新聞驅動 AI Agent</vt:lpstr>
      <vt:lpstr>PowerPoint 簡報</vt:lpstr>
      <vt:lpstr>全球資產行情與即時新聞的資料處理、智能分析與自動推播</vt:lpstr>
      <vt:lpstr>PowerPoint 簡報</vt:lpstr>
      <vt:lpstr>PowerPoint 簡報</vt:lpstr>
      <vt:lpstr>PowerPoint 簡報</vt:lpstr>
    </vt:vector>
  </TitlesOfParts>
  <Company>KGI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林佳蓁JoyceLin-PR-KGISEC</dc:creator>
  <cp:lastModifiedBy>彥庭 李</cp:lastModifiedBy>
  <cp:revision>177</cp:revision>
  <cp:lastPrinted>2026-04-24T06:52:18Z</cp:lastPrinted>
  <dcterms:created xsi:type="dcterms:W3CDTF">2025-04-01T01:37:12Z</dcterms:created>
  <dcterms:modified xsi:type="dcterms:W3CDTF">2026-04-25T11:02:09Z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0x010100621360C6CCFF5A42BE2217CAE4812773</vt:lpwstr>
  </property>
</Properties>
</file>